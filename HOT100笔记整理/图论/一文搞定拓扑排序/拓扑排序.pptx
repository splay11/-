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8"/>
  </p:notesMasterIdLst>
  <p:sldIdLst>
    <p:sldId id="303" r:id="rId2"/>
    <p:sldId id="313" r:id="rId3"/>
    <p:sldId id="372" r:id="rId4"/>
    <p:sldId id="373" r:id="rId5"/>
    <p:sldId id="311" r:id="rId6"/>
    <p:sldId id="315" r:id="rId7"/>
    <p:sldId id="363" r:id="rId8"/>
    <p:sldId id="364" r:id="rId9"/>
    <p:sldId id="316" r:id="rId10"/>
    <p:sldId id="360" r:id="rId11"/>
    <p:sldId id="361" r:id="rId12"/>
    <p:sldId id="362" r:id="rId13"/>
    <p:sldId id="317" r:id="rId14"/>
    <p:sldId id="318" r:id="rId15"/>
    <p:sldId id="319" r:id="rId16"/>
    <p:sldId id="320" r:id="rId17"/>
    <p:sldId id="321" r:id="rId18"/>
    <p:sldId id="356" r:id="rId19"/>
    <p:sldId id="322" r:id="rId20"/>
    <p:sldId id="323" r:id="rId21"/>
    <p:sldId id="324" r:id="rId22"/>
    <p:sldId id="325" r:id="rId23"/>
    <p:sldId id="326" r:id="rId24"/>
    <p:sldId id="327" r:id="rId25"/>
    <p:sldId id="35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58" r:id="rId36"/>
    <p:sldId id="337" r:id="rId37"/>
    <p:sldId id="338" r:id="rId38"/>
    <p:sldId id="339" r:id="rId39"/>
    <p:sldId id="340" r:id="rId40"/>
    <p:sldId id="341" r:id="rId41"/>
    <p:sldId id="342" r:id="rId42"/>
    <p:sldId id="345" r:id="rId43"/>
    <p:sldId id="346" r:id="rId44"/>
    <p:sldId id="347" r:id="rId45"/>
    <p:sldId id="348" r:id="rId46"/>
    <p:sldId id="349" r:id="rId47"/>
    <p:sldId id="359" r:id="rId48"/>
    <p:sldId id="350" r:id="rId49"/>
    <p:sldId id="351" r:id="rId50"/>
    <p:sldId id="352" r:id="rId51"/>
    <p:sldId id="353" r:id="rId52"/>
    <p:sldId id="354" r:id="rId53"/>
    <p:sldId id="355" r:id="rId54"/>
    <p:sldId id="314" r:id="rId55"/>
    <p:sldId id="365" r:id="rId56"/>
    <p:sldId id="366" r:id="rId57"/>
    <p:sldId id="367" r:id="rId58"/>
    <p:sldId id="368" r:id="rId59"/>
    <p:sldId id="370" r:id="rId60"/>
    <p:sldId id="369" r:id="rId61"/>
    <p:sldId id="371" r:id="rId62"/>
    <p:sldId id="305" r:id="rId63"/>
    <p:sldId id="312" r:id="rId64"/>
    <p:sldId id="297" r:id="rId65"/>
    <p:sldId id="310" r:id="rId66"/>
    <p:sldId id="298" r:id="rId6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2C51"/>
    <a:srgbClr val="000000"/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A62C27-B013-4392-9D68-D846967AC831}" v="557" dt="2026-04-22T08:44:51.8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3" autoAdjust="0"/>
    <p:restoredTop sz="94778" autoAdjust="0"/>
  </p:normalViewPr>
  <p:slideViewPr>
    <p:cSldViewPr snapToGrid="0">
      <p:cViewPr>
        <p:scale>
          <a:sx n="150" d="100"/>
          <a:sy n="150" d="100"/>
        </p:scale>
        <p:origin x="376" y="1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 sldOrd">
      <pc:chgData name="昕 许" userId="a2975fcd840abfc3" providerId="LiveId" clId="{49CCD4F9-177C-4270-9A14-60236FF377E8}" dt="2026-04-22T08:45:20.464" v="11717" actId="20577"/>
      <pc:docMkLst>
        <pc:docMk/>
      </pc:docMkLst>
      <pc:sldChg chg="addSp delSp modSp add mod ord modTransition">
        <pc:chgData name="昕 许" userId="a2975fcd840abfc3" providerId="LiveId" clId="{49CCD4F9-177C-4270-9A14-60236FF377E8}" dt="2026-04-21T13:26:44.869" v="10775"/>
        <pc:sldMkLst>
          <pc:docMk/>
          <pc:sldMk cId="3112887342" sldId="297"/>
        </pc:sldMkLst>
        <pc:spChg chg="add mod">
          <ac:chgData name="昕 许" userId="a2975fcd840abfc3" providerId="LiveId" clId="{49CCD4F9-177C-4270-9A14-60236FF377E8}" dt="2026-04-19T05:26:40.657" v="8800" actId="1036"/>
          <ac:spMkLst>
            <pc:docMk/>
            <pc:sldMk cId="3112887342" sldId="297"/>
            <ac:spMk id="53" creationId="{1A2DB6AF-7732-F276-4924-25B27D38EE76}"/>
          </ac:spMkLst>
        </pc:spChg>
        <pc:spChg chg="add mod">
          <ac:chgData name="昕 许" userId="a2975fcd840abfc3" providerId="LiveId" clId="{49CCD4F9-177C-4270-9A14-60236FF377E8}" dt="2026-04-19T05:22:03.957" v="8633" actId="20577"/>
          <ac:spMkLst>
            <pc:docMk/>
            <pc:sldMk cId="3112887342" sldId="297"/>
            <ac:spMk id="54" creationId="{A31C4040-79F8-2471-1B4F-455F0FDB6D97}"/>
          </ac:spMkLst>
        </pc:spChg>
        <pc:spChg chg="add mod">
          <ac:chgData name="昕 许" userId="a2975fcd840abfc3" providerId="LiveId" clId="{49CCD4F9-177C-4270-9A14-60236FF377E8}" dt="2026-04-19T05:26:47.127" v="8813" actId="1036"/>
          <ac:spMkLst>
            <pc:docMk/>
            <pc:sldMk cId="3112887342" sldId="297"/>
            <ac:spMk id="55" creationId="{E3D04B23-8E45-7847-3349-36D1943059B8}"/>
          </ac:spMkLst>
        </pc:spChg>
        <pc:spChg chg="add mod">
          <ac:chgData name="昕 许" userId="a2975fcd840abfc3" providerId="LiveId" clId="{49CCD4F9-177C-4270-9A14-60236FF377E8}" dt="2026-04-19T05:26:37.760" v="8791" actId="1036"/>
          <ac:spMkLst>
            <pc:docMk/>
            <pc:sldMk cId="3112887342" sldId="297"/>
            <ac:spMk id="56" creationId="{403726DD-6896-E01C-F2A9-A24F453C5D7C}"/>
          </ac:spMkLst>
        </pc:spChg>
        <pc:spChg chg="add mod">
          <ac:chgData name="昕 许" userId="a2975fcd840abfc3" providerId="LiveId" clId="{49CCD4F9-177C-4270-9A14-60236FF377E8}" dt="2026-04-19T05:21:44.173" v="8621" actId="14100"/>
          <ac:spMkLst>
            <pc:docMk/>
            <pc:sldMk cId="3112887342" sldId="297"/>
            <ac:spMk id="57" creationId="{6293B827-91D0-5074-5B4C-BFE2A7E9CCE0}"/>
          </ac:spMkLst>
        </pc:spChg>
        <pc:spChg chg="add mod">
          <ac:chgData name="昕 许" userId="a2975fcd840abfc3" providerId="LiveId" clId="{49CCD4F9-177C-4270-9A14-60236FF377E8}" dt="2026-04-19T05:22:18.656" v="8646" actId="208"/>
          <ac:spMkLst>
            <pc:docMk/>
            <pc:sldMk cId="3112887342" sldId="297"/>
            <ac:spMk id="58" creationId="{E3AD54E4-4672-E701-F201-F43CD20FA5BB}"/>
          </ac:spMkLst>
        </pc:spChg>
        <pc:spChg chg="add mod">
          <ac:chgData name="昕 许" userId="a2975fcd840abfc3" providerId="LiveId" clId="{49CCD4F9-177C-4270-9A14-60236FF377E8}" dt="2026-04-19T05:23:47.003" v="8688" actId="20577"/>
          <ac:spMkLst>
            <pc:docMk/>
            <pc:sldMk cId="3112887342" sldId="297"/>
            <ac:spMk id="59" creationId="{3A5763F8-4667-64D7-77EE-F87136E00477}"/>
          </ac:spMkLst>
        </pc:spChg>
        <pc:spChg chg="add mod">
          <ac:chgData name="昕 许" userId="a2975fcd840abfc3" providerId="LiveId" clId="{49CCD4F9-177C-4270-9A14-60236FF377E8}" dt="2026-04-19T05:23:39.827" v="8680" actId="1076"/>
          <ac:spMkLst>
            <pc:docMk/>
            <pc:sldMk cId="3112887342" sldId="297"/>
            <ac:spMk id="60" creationId="{4C274ACA-2CCC-5D88-39BF-C61973D470B4}"/>
          </ac:spMkLst>
        </pc:spChg>
        <pc:spChg chg="add mod">
          <ac:chgData name="昕 许" userId="a2975fcd840abfc3" providerId="LiveId" clId="{49CCD4F9-177C-4270-9A14-60236FF377E8}" dt="2026-04-19T05:25:00.137" v="8747" actId="1076"/>
          <ac:spMkLst>
            <pc:docMk/>
            <pc:sldMk cId="3112887342" sldId="297"/>
            <ac:spMk id="70" creationId="{833ADFB7-C2F4-039F-EA5C-F5556D9C7A3F}"/>
          </ac:spMkLst>
        </pc:spChg>
        <pc:spChg chg="add mod">
          <ac:chgData name="昕 许" userId="a2975fcd840abfc3" providerId="LiveId" clId="{49CCD4F9-177C-4270-9A14-60236FF377E8}" dt="2026-04-19T05:26:37.760" v="8791" actId="1036"/>
          <ac:spMkLst>
            <pc:docMk/>
            <pc:sldMk cId="3112887342" sldId="297"/>
            <ac:spMk id="74" creationId="{ECABD503-8830-8518-5930-D6E6072E5D38}"/>
          </ac:spMkLst>
        </pc:spChg>
        <pc:spChg chg="add mod">
          <ac:chgData name="昕 许" userId="a2975fcd840abfc3" providerId="LiveId" clId="{49CCD4F9-177C-4270-9A14-60236FF377E8}" dt="2026-04-19T05:26:40.657" v="8800" actId="1036"/>
          <ac:spMkLst>
            <pc:docMk/>
            <pc:sldMk cId="3112887342" sldId="297"/>
            <ac:spMk id="75" creationId="{1DD3A38A-099B-3E19-29FF-4C17708A35A6}"/>
          </ac:spMkLst>
        </pc:spChg>
        <pc:spChg chg="add mod">
          <ac:chgData name="昕 许" userId="a2975fcd840abfc3" providerId="LiveId" clId="{49CCD4F9-177C-4270-9A14-60236FF377E8}" dt="2026-04-19T05:26:47.127" v="8813" actId="1036"/>
          <ac:spMkLst>
            <pc:docMk/>
            <pc:sldMk cId="3112887342" sldId="297"/>
            <ac:spMk id="76" creationId="{144E6ED4-9632-636C-BD79-FF8B3CAD4117}"/>
          </ac:spMkLst>
        </pc:spChg>
        <pc:cxnChg chg="add mod">
          <ac:chgData name="昕 许" userId="a2975fcd840abfc3" providerId="LiveId" clId="{49CCD4F9-177C-4270-9A14-60236FF377E8}" dt="2026-04-19T05:23:14.072" v="8674" actId="1582"/>
          <ac:cxnSpMkLst>
            <pc:docMk/>
            <pc:sldMk cId="3112887342" sldId="297"/>
            <ac:cxnSpMk id="63" creationId="{FF0D5C75-7DC2-D7F3-BD8F-E5FE0ABF0C6A}"/>
          </ac:cxnSpMkLst>
        </pc:cxnChg>
        <pc:cxnChg chg="add mod">
          <ac:chgData name="昕 许" userId="a2975fcd840abfc3" providerId="LiveId" clId="{49CCD4F9-177C-4270-9A14-60236FF377E8}" dt="2026-04-19T05:24:57.111" v="8746" actId="14100"/>
          <ac:cxnSpMkLst>
            <pc:docMk/>
            <pc:sldMk cId="3112887342" sldId="297"/>
            <ac:cxnSpMk id="64" creationId="{9CDA01AF-270A-002B-3961-CC8F6882C18C}"/>
          </ac:cxnSpMkLst>
        </pc:cxnChg>
        <pc:cxnChg chg="add mod">
          <ac:chgData name="昕 许" userId="a2975fcd840abfc3" providerId="LiveId" clId="{49CCD4F9-177C-4270-9A14-60236FF377E8}" dt="2026-04-19T05:26:37.760" v="8791" actId="1036"/>
          <ac:cxnSpMkLst>
            <pc:docMk/>
            <pc:sldMk cId="3112887342" sldId="297"/>
            <ac:cxnSpMk id="83" creationId="{D3DC0426-C7C0-6D50-6DA3-1EE490B069AE}"/>
          </ac:cxnSpMkLst>
        </pc:cxnChg>
        <pc:cxnChg chg="add mod">
          <ac:chgData name="昕 许" userId="a2975fcd840abfc3" providerId="LiveId" clId="{49CCD4F9-177C-4270-9A14-60236FF377E8}" dt="2026-04-19T05:26:23.019" v="8779"/>
          <ac:cxnSpMkLst>
            <pc:docMk/>
            <pc:sldMk cId="3112887342" sldId="297"/>
            <ac:cxnSpMk id="87" creationId="{FCB9F07B-799C-E976-FB75-C2FE689ADC91}"/>
          </ac:cxnSpMkLst>
        </pc:cxnChg>
        <pc:cxnChg chg="add mod">
          <ac:chgData name="昕 许" userId="a2975fcd840abfc3" providerId="LiveId" clId="{49CCD4F9-177C-4270-9A14-60236FF377E8}" dt="2026-04-19T05:26:07.064" v="8774" actId="1076"/>
          <ac:cxnSpMkLst>
            <pc:docMk/>
            <pc:sldMk cId="3112887342" sldId="297"/>
            <ac:cxnSpMk id="88" creationId="{1E9A9880-B50C-9A14-AAE3-DCB62F8409A2}"/>
          </ac:cxnSpMkLst>
        </pc:cxnChg>
        <pc:cxnChg chg="add mod">
          <ac:chgData name="昕 许" userId="a2975fcd840abfc3" providerId="LiveId" clId="{49CCD4F9-177C-4270-9A14-60236FF377E8}" dt="2026-04-19T05:26:23.019" v="8779"/>
          <ac:cxnSpMkLst>
            <pc:docMk/>
            <pc:sldMk cId="3112887342" sldId="297"/>
            <ac:cxnSpMk id="89" creationId="{284D61D7-522F-E7FE-7A32-B751EC238857}"/>
          </ac:cxnSpMkLst>
        </pc:cxnChg>
        <pc:cxnChg chg="add mod">
          <ac:chgData name="昕 许" userId="a2975fcd840abfc3" providerId="LiveId" clId="{49CCD4F9-177C-4270-9A14-60236FF377E8}" dt="2026-04-19T05:26:40.657" v="8800" actId="1036"/>
          <ac:cxnSpMkLst>
            <pc:docMk/>
            <pc:sldMk cId="3112887342" sldId="297"/>
            <ac:cxnSpMk id="90" creationId="{5963EC4A-1CBD-0D78-4DD9-13341DD3F5BB}"/>
          </ac:cxnSpMkLst>
        </pc:cxnChg>
        <pc:cxnChg chg="add mod">
          <ac:chgData name="昕 许" userId="a2975fcd840abfc3" providerId="LiveId" clId="{49CCD4F9-177C-4270-9A14-60236FF377E8}" dt="2026-04-19T05:26:40.657" v="8800" actId="1036"/>
          <ac:cxnSpMkLst>
            <pc:docMk/>
            <pc:sldMk cId="3112887342" sldId="297"/>
            <ac:cxnSpMk id="91" creationId="{ED3DAF50-F7CC-8156-1F08-32EB17E03A80}"/>
          </ac:cxnSpMkLst>
        </pc:cxnChg>
        <pc:cxnChg chg="add mod">
          <ac:chgData name="昕 许" userId="a2975fcd840abfc3" providerId="LiveId" clId="{49CCD4F9-177C-4270-9A14-60236FF377E8}" dt="2026-04-19T05:26:47.127" v="8813" actId="1036"/>
          <ac:cxnSpMkLst>
            <pc:docMk/>
            <pc:sldMk cId="3112887342" sldId="297"/>
            <ac:cxnSpMk id="92" creationId="{D36C0FC7-CD6C-9128-62BA-1A261C3C6404}"/>
          </ac:cxnSpMkLst>
        </pc:cxnChg>
        <pc:cxnChg chg="add mod">
          <ac:chgData name="昕 许" userId="a2975fcd840abfc3" providerId="LiveId" clId="{49CCD4F9-177C-4270-9A14-60236FF377E8}" dt="2026-04-19T05:26:47.127" v="8813" actId="1036"/>
          <ac:cxnSpMkLst>
            <pc:docMk/>
            <pc:sldMk cId="3112887342" sldId="297"/>
            <ac:cxnSpMk id="93" creationId="{D7E0D99C-3F3C-6D23-DB00-B1E5C94E3E7A}"/>
          </ac:cxnSpMkLst>
        </pc:cxnChg>
      </pc:sldChg>
      <pc:sldChg chg="addSp delSp modSp add mod modTransition">
        <pc:chgData name="昕 许" userId="a2975fcd840abfc3" providerId="LiveId" clId="{49CCD4F9-177C-4270-9A14-60236FF377E8}" dt="2026-04-21T13:26:44.869" v="10775"/>
        <pc:sldMkLst>
          <pc:docMk/>
          <pc:sldMk cId="592326987" sldId="298"/>
        </pc:sldMkLst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" creationId="{73395A97-87D6-5832-FC54-91CF93AA9D2B}"/>
          </ac:spMkLst>
        </pc:spChg>
        <pc:spChg chg="add del mod">
          <ac:chgData name="昕 许" userId="a2975fcd840abfc3" providerId="LiveId" clId="{49CCD4F9-177C-4270-9A14-60236FF377E8}" dt="2026-04-08T02:11:21.642" v="6386" actId="478"/>
          <ac:spMkLst>
            <pc:docMk/>
            <pc:sldMk cId="592326987" sldId="298"/>
            <ac:spMk id="10" creationId="{881FAC05-3D8A-8367-4900-4CE873EA6068}"/>
          </ac:spMkLst>
        </pc:spChg>
        <pc:spChg chg="add mod">
          <ac:chgData name="昕 许" userId="a2975fcd840abfc3" providerId="LiveId" clId="{49CCD4F9-177C-4270-9A14-60236FF377E8}" dt="2026-04-07T08:48:35.279" v="6285" actId="113"/>
          <ac:spMkLst>
            <pc:docMk/>
            <pc:sldMk cId="592326987" sldId="298"/>
            <ac:spMk id="11" creationId="{79834299-B426-CEC2-A984-6F2622D9367A}"/>
          </ac:spMkLst>
        </pc:spChg>
        <pc:spChg chg="add mod">
          <ac:chgData name="昕 许" userId="a2975fcd840abfc3" providerId="LiveId" clId="{49CCD4F9-177C-4270-9A14-60236FF377E8}" dt="2026-04-07T08:51:05.262" v="6333" actId="1076"/>
          <ac:spMkLst>
            <pc:docMk/>
            <pc:sldMk cId="592326987" sldId="298"/>
            <ac:spMk id="15" creationId="{71E4DF62-4054-807E-AC9C-CF1B7B7DC93F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6" creationId="{3B53BAB7-AB80-5C7D-B1E9-DBA76D3E8261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7" creationId="{7F774452-B004-E85A-51A3-7D64BE585E2A}"/>
          </ac:spMkLst>
        </pc:spChg>
        <pc:spChg chg="add mod">
          <ac:chgData name="昕 许" userId="a2975fcd840abfc3" providerId="LiveId" clId="{49CCD4F9-177C-4270-9A14-60236FF377E8}" dt="2026-04-07T09:20:23.066" v="6383" actId="207"/>
          <ac:spMkLst>
            <pc:docMk/>
            <pc:sldMk cId="592326987" sldId="298"/>
            <ac:spMk id="18" creationId="{83A2B302-6196-E9C3-32B1-46A00EE0ABCF}"/>
          </ac:spMkLst>
        </pc:spChg>
        <pc:spChg chg="mod">
          <ac:chgData name="昕 许" userId="a2975fcd840abfc3" providerId="LiveId" clId="{49CCD4F9-177C-4270-9A14-60236FF377E8}" dt="2026-04-07T08:46:07.926" v="6177" actId="164"/>
          <ac:spMkLst>
            <pc:docMk/>
            <pc:sldMk cId="592326987" sldId="298"/>
            <ac:spMk id="23" creationId="{644378BC-25A5-CA8C-7B1B-65CEEF9A5097}"/>
          </ac:spMkLst>
        </pc:spChg>
        <pc:spChg chg="add mod">
          <ac:chgData name="昕 许" userId="a2975fcd840abfc3" providerId="LiveId" clId="{49CCD4F9-177C-4270-9A14-60236FF377E8}" dt="2026-04-07T08:51:03.187" v="6332" actId="1076"/>
          <ac:spMkLst>
            <pc:docMk/>
            <pc:sldMk cId="592326987" sldId="298"/>
            <ac:spMk id="24" creationId="{A873EE7F-9240-B03A-AAB4-555AAEEA13C1}"/>
          </ac:spMkLst>
        </pc:spChg>
        <pc:spChg chg="add mod">
          <ac:chgData name="昕 许" userId="a2975fcd840abfc3" providerId="LiveId" clId="{49CCD4F9-177C-4270-9A14-60236FF377E8}" dt="2026-04-07T08:50:59.485" v="6331" actId="1076"/>
          <ac:spMkLst>
            <pc:docMk/>
            <pc:sldMk cId="592326987" sldId="298"/>
            <ac:spMk id="25" creationId="{C8AD637C-DFBF-FC1D-C37E-6F8369CC332C}"/>
          </ac:spMkLst>
        </pc:spChg>
        <pc:spChg chg="add mod">
          <ac:chgData name="昕 许" userId="a2975fcd840abfc3" providerId="LiveId" clId="{49CCD4F9-177C-4270-9A14-60236FF377E8}" dt="2026-04-07T09:20:18.460" v="6382" actId="207"/>
          <ac:spMkLst>
            <pc:docMk/>
            <pc:sldMk cId="592326987" sldId="298"/>
            <ac:spMk id="27" creationId="{5608A7A6-9AB1-A61C-84B4-837B89386C15}"/>
          </ac:spMkLst>
        </pc:spChg>
        <pc:spChg chg="mod">
          <ac:chgData name="昕 许" userId="a2975fcd840abfc3" providerId="LiveId" clId="{49CCD4F9-177C-4270-9A14-60236FF377E8}" dt="2026-04-19T02:48:09.924" v="7236" actId="1076"/>
          <ac:spMkLst>
            <pc:docMk/>
            <pc:sldMk cId="592326987" sldId="298"/>
            <ac:spMk id="36" creationId="{9BD0E553-CCC8-ADD8-501F-7CC6FFA5482B}"/>
          </ac:spMkLst>
        </pc:spChg>
        <pc:spChg chg="mod">
          <ac:chgData name="昕 许" userId="a2975fcd840abfc3" providerId="LiveId" clId="{49CCD4F9-177C-4270-9A14-60236FF377E8}" dt="2026-04-19T02:32:22.950" v="6699" actId="208"/>
          <ac:spMkLst>
            <pc:docMk/>
            <pc:sldMk cId="592326987" sldId="298"/>
            <ac:spMk id="39" creationId="{76E48071-408E-DD84-3BEC-7870DCEFDD0C}"/>
          </ac:spMkLst>
        </pc:spChg>
        <pc:grpChg chg="add mod">
          <ac:chgData name="昕 许" userId="a2975fcd840abfc3" providerId="LiveId" clId="{49CCD4F9-177C-4270-9A14-60236FF377E8}" dt="2026-04-07T08:46:11.412" v="6178" actId="1076"/>
          <ac:grpSpMkLst>
            <pc:docMk/>
            <pc:sldMk cId="592326987" sldId="298"/>
            <ac:grpSpMk id="9" creationId="{4E033417-01D0-A074-2412-EC2F3D8B7CC1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2" creationId="{5DD7D334-C3C7-D096-A283-74D5A075AFA5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19" creationId="{17E524B4-709C-B7B1-0881-B6B504B0EB24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34" creationId="{59FCFECE-BF69-8DD5-3C35-2A2B7732CB69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2" creationId="{32EC77ED-DBB3-5ECF-E615-27B068A89FBB}"/>
          </ac:grpSpMkLst>
        </pc:grpChg>
        <pc:grpChg chg="mod">
          <ac:chgData name="昕 许" userId="a2975fcd840abfc3" providerId="LiveId" clId="{49CCD4F9-177C-4270-9A14-60236FF377E8}" dt="2026-04-07T08:46:07.926" v="6177" actId="164"/>
          <ac:grpSpMkLst>
            <pc:docMk/>
            <pc:sldMk cId="592326987" sldId="298"/>
            <ac:grpSpMk id="49" creationId="{892B2296-8D7F-BEA9-1689-0586062C6B2C}"/>
          </ac:grpSpMkLst>
        </pc:grpChg>
        <pc:grpChg chg="mod">
          <ac:chgData name="昕 许" userId="a2975fcd840abfc3" providerId="LiveId" clId="{49CCD4F9-177C-4270-9A14-60236FF377E8}" dt="2026-04-07T08:46:03.230" v="6176" actId="1076"/>
          <ac:grpSpMkLst>
            <pc:docMk/>
            <pc:sldMk cId="592326987" sldId="298"/>
            <ac:grpSpMk id="66" creationId="{976EB69E-5E0A-21F1-B747-E5E2BF452CF6}"/>
          </ac:grpSpMkLst>
        </pc:grpChg>
        <pc:cxnChg chg="add mod ord">
          <ac:chgData name="昕 许" userId="a2975fcd840abfc3" providerId="LiveId" clId="{49CCD4F9-177C-4270-9A14-60236FF377E8}" dt="2026-04-07T08:46:03.230" v="6176" actId="1076"/>
          <ac:cxnSpMkLst>
            <pc:docMk/>
            <pc:sldMk cId="592326987" sldId="298"/>
            <ac:cxnSpMk id="6" creationId="{AD5A7D0B-310C-D92F-E660-E105AC8622E3}"/>
          </ac:cxnSpMkLst>
        </pc:cxnChg>
      </pc:sldChg>
      <pc:sldChg chg="addSp delSp modSp add del mod">
        <pc:chgData name="昕 许" userId="a2975fcd840abfc3" providerId="LiveId" clId="{49CCD4F9-177C-4270-9A14-60236FF377E8}" dt="2026-04-21T12:18:49.159" v="9506" actId="47"/>
        <pc:sldMkLst>
          <pc:docMk/>
          <pc:sldMk cId="2309694047" sldId="300"/>
        </pc:sldMkLst>
      </pc:sldChg>
      <pc:sldChg chg="addSp delSp modSp add del mod">
        <pc:chgData name="昕 许" userId="a2975fcd840abfc3" providerId="LiveId" clId="{49CCD4F9-177C-4270-9A14-60236FF377E8}" dt="2026-04-21T12:18:49.340" v="9507" actId="47"/>
        <pc:sldMkLst>
          <pc:docMk/>
          <pc:sldMk cId="3431865041" sldId="301"/>
        </pc:sldMkLst>
      </pc:sldChg>
      <pc:sldChg chg="addSp delSp modSp add del mod">
        <pc:chgData name="昕 许" userId="a2975fcd840abfc3" providerId="LiveId" clId="{49CCD4F9-177C-4270-9A14-60236FF377E8}" dt="2026-04-21T12:18:49.491" v="9508" actId="47"/>
        <pc:sldMkLst>
          <pc:docMk/>
          <pc:sldMk cId="4172256641" sldId="302"/>
        </pc:sldMkLst>
      </pc:sldChg>
      <pc:sldChg chg="addSp delSp modSp add mod ord modTransition">
        <pc:chgData name="昕 许" userId="a2975fcd840abfc3" providerId="LiveId" clId="{49CCD4F9-177C-4270-9A14-60236FF377E8}" dt="2026-04-21T13:26:44.869" v="10775"/>
        <pc:sldMkLst>
          <pc:docMk/>
          <pc:sldMk cId="365956669" sldId="303"/>
        </pc:sldMkLst>
        <pc:spChg chg="add del mod topLvl">
          <ac:chgData name="昕 许" userId="a2975fcd840abfc3" providerId="LiveId" clId="{49CCD4F9-177C-4270-9A14-60236FF377E8}" dt="2026-04-21T12:21:58.539" v="9675" actId="478"/>
          <ac:spMkLst>
            <pc:docMk/>
            <pc:sldMk cId="365956669" sldId="303"/>
            <ac:spMk id="2" creationId="{FC13C97F-73C3-B25C-0811-7D71010EB12B}"/>
          </ac:spMkLst>
        </pc:spChg>
        <pc:spChg chg="add del mod topLvl">
          <ac:chgData name="昕 许" userId="a2975fcd840abfc3" providerId="LiveId" clId="{49CCD4F9-177C-4270-9A14-60236FF377E8}" dt="2026-04-21T12:22:00.621" v="9676" actId="478"/>
          <ac:spMkLst>
            <pc:docMk/>
            <pc:sldMk cId="365956669" sldId="303"/>
            <ac:spMk id="3" creationId="{578D8699-280D-D82F-32C3-EFD93BF2D47D}"/>
          </ac:spMkLst>
        </pc:spChg>
        <pc:spChg chg="add mod">
          <ac:chgData name="昕 许" userId="a2975fcd840abfc3" providerId="LiveId" clId="{49CCD4F9-177C-4270-9A14-60236FF377E8}" dt="2026-04-21T12:22:51.404" v="9706" actId="1076"/>
          <ac:spMkLst>
            <pc:docMk/>
            <pc:sldMk cId="365956669" sldId="303"/>
            <ac:spMk id="4" creationId="{CFECA4C7-A11F-00DA-71CB-C68DD0AEB9E5}"/>
          </ac:spMkLst>
        </pc:spChg>
        <pc:spChg chg="add mod">
          <ac:chgData name="昕 许" userId="a2975fcd840abfc3" providerId="LiveId" clId="{49CCD4F9-177C-4270-9A14-60236FF377E8}" dt="2026-04-21T12:26:14.608" v="9895" actId="20577"/>
          <ac:spMkLst>
            <pc:docMk/>
            <pc:sldMk cId="365956669" sldId="303"/>
            <ac:spMk id="5" creationId="{44B4E5D3-8B67-E626-7F69-30E628A56761}"/>
          </ac:spMkLst>
        </pc:spChg>
        <pc:spChg chg="add mod">
          <ac:chgData name="昕 许" userId="a2975fcd840abfc3" providerId="LiveId" clId="{49CCD4F9-177C-4270-9A14-60236FF377E8}" dt="2026-04-21T12:36:21.739" v="10021" actId="164"/>
          <ac:spMkLst>
            <pc:docMk/>
            <pc:sldMk cId="365956669" sldId="303"/>
            <ac:spMk id="6" creationId="{7AC0AB95-8190-D346-871D-8BC656C34472}"/>
          </ac:spMkLst>
        </pc:spChg>
        <pc:spChg chg="add mod">
          <ac:chgData name="昕 许" userId="a2975fcd840abfc3" providerId="LiveId" clId="{49CCD4F9-177C-4270-9A14-60236FF377E8}" dt="2026-04-21T12:36:21.739" v="10021" actId="164"/>
          <ac:spMkLst>
            <pc:docMk/>
            <pc:sldMk cId="365956669" sldId="303"/>
            <ac:spMk id="7" creationId="{F8ECE968-0C06-EB96-964E-D5AF03C13103}"/>
          </ac:spMkLst>
        </pc:spChg>
        <pc:spChg chg="add mod">
          <ac:chgData name="昕 许" userId="a2975fcd840abfc3" providerId="LiveId" clId="{49CCD4F9-177C-4270-9A14-60236FF377E8}" dt="2026-04-21T12:36:34.282" v="10029" actId="1076"/>
          <ac:spMkLst>
            <pc:docMk/>
            <pc:sldMk cId="365956669" sldId="303"/>
            <ac:spMk id="8" creationId="{0D6BC424-D6B6-C39F-EC3F-91EEB10204CF}"/>
          </ac:spMkLst>
        </pc:spChg>
        <pc:spChg chg="add mod">
          <ac:chgData name="昕 许" userId="a2975fcd840abfc3" providerId="LiveId" clId="{49CCD4F9-177C-4270-9A14-60236FF377E8}" dt="2026-04-21T12:36:34.282" v="10029" actId="1076"/>
          <ac:spMkLst>
            <pc:docMk/>
            <pc:sldMk cId="365956669" sldId="303"/>
            <ac:spMk id="9" creationId="{3D3ACB14-3A93-2BE2-CA4A-19BF0E20DA07}"/>
          </ac:spMkLst>
        </pc:spChg>
        <pc:spChg chg="add mod">
          <ac:chgData name="昕 许" userId="a2975fcd840abfc3" providerId="LiveId" clId="{49CCD4F9-177C-4270-9A14-60236FF377E8}" dt="2026-04-21T12:22:51.404" v="9706" actId="1076"/>
          <ac:spMkLst>
            <pc:docMk/>
            <pc:sldMk cId="365956669" sldId="303"/>
            <ac:spMk id="11" creationId="{70B00926-71C9-1544-5EE3-BA86145D9201}"/>
          </ac:spMkLst>
        </pc:spChg>
        <pc:spChg chg="add mod">
          <ac:chgData name="昕 许" userId="a2975fcd840abfc3" providerId="LiveId" clId="{49CCD4F9-177C-4270-9A14-60236FF377E8}" dt="2026-04-21T12:22:51.404" v="9706" actId="1076"/>
          <ac:spMkLst>
            <pc:docMk/>
            <pc:sldMk cId="365956669" sldId="303"/>
            <ac:spMk id="12" creationId="{5ED77B5F-39A1-CE6A-CEB3-47903DE16387}"/>
          </ac:spMkLst>
        </pc:spChg>
        <pc:spChg chg="add mod">
          <ac:chgData name="昕 许" userId="a2975fcd840abfc3" providerId="LiveId" clId="{49CCD4F9-177C-4270-9A14-60236FF377E8}" dt="2026-04-21T12:29:37.169" v="9962" actId="164"/>
          <ac:spMkLst>
            <pc:docMk/>
            <pc:sldMk cId="365956669" sldId="303"/>
            <ac:spMk id="22" creationId="{7E98E073-EAB3-47E4-4CB6-485DC00CFCE4}"/>
          </ac:spMkLst>
        </pc:spChg>
        <pc:spChg chg="add mod">
          <ac:chgData name="昕 许" userId="a2975fcd840abfc3" providerId="LiveId" clId="{49CCD4F9-177C-4270-9A14-60236FF377E8}" dt="2026-04-21T12:29:37.169" v="9962" actId="164"/>
          <ac:spMkLst>
            <pc:docMk/>
            <pc:sldMk cId="365956669" sldId="303"/>
            <ac:spMk id="24" creationId="{33629D09-C661-F17D-13ED-3489B536AF9D}"/>
          </ac:spMkLst>
        </pc:spChg>
        <pc:spChg chg="add del mod">
          <ac:chgData name="昕 许" userId="a2975fcd840abfc3" providerId="LiveId" clId="{49CCD4F9-177C-4270-9A14-60236FF377E8}" dt="2026-04-21T12:29:29.856" v="9959" actId="478"/>
          <ac:spMkLst>
            <pc:docMk/>
            <pc:sldMk cId="365956669" sldId="303"/>
            <ac:spMk id="26" creationId="{B9815760-260E-BC44-0E1D-656FBB59F6FE}"/>
          </ac:spMkLst>
        </pc:spChg>
        <pc:spChg chg="add del mod">
          <ac:chgData name="昕 许" userId="a2975fcd840abfc3" providerId="LiveId" clId="{49CCD4F9-177C-4270-9A14-60236FF377E8}" dt="2026-04-21T12:29:29.856" v="9959" actId="478"/>
          <ac:spMkLst>
            <pc:docMk/>
            <pc:sldMk cId="365956669" sldId="303"/>
            <ac:spMk id="27" creationId="{CC76B039-1151-2C15-4445-72FE8DCC508B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77" creationId="{D38C57A5-B6BD-544B-643D-992C0177796C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84" creationId="{D30EB786-C06E-656C-38A7-069137A85074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86" creationId="{D9C6F7EA-4037-5E32-0E23-DFE54488FC20}"/>
          </ac:spMkLst>
        </pc:spChg>
        <pc:spChg chg="add mod">
          <ac:chgData name="昕 许" userId="a2975fcd840abfc3" providerId="LiveId" clId="{49CCD4F9-177C-4270-9A14-60236FF377E8}" dt="2026-04-21T12:36:15.151" v="10019" actId="164"/>
          <ac:spMkLst>
            <pc:docMk/>
            <pc:sldMk cId="365956669" sldId="303"/>
            <ac:spMk id="96" creationId="{120CE093-9A71-3854-6840-0AAC82960975}"/>
          </ac:spMkLst>
        </pc:spChg>
        <pc:spChg chg="add mod">
          <ac:chgData name="昕 许" userId="a2975fcd840abfc3" providerId="LiveId" clId="{49CCD4F9-177C-4270-9A14-60236FF377E8}" dt="2026-04-21T12:36:15.151" v="10019" actId="164"/>
          <ac:spMkLst>
            <pc:docMk/>
            <pc:sldMk cId="365956669" sldId="303"/>
            <ac:spMk id="97" creationId="{2F8ED767-9347-CBF1-D55A-730B349B386C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00" creationId="{9798C752-51DA-FAB2-DD26-F99945C9A678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01" creationId="{0B7F4D4C-702F-1E3A-DB6D-6733154157B0}"/>
          </ac:spMkLst>
        </pc:spChg>
        <pc:spChg chg="add del mod">
          <ac:chgData name="昕 许" userId="a2975fcd840abfc3" providerId="LiveId" clId="{49CCD4F9-177C-4270-9A14-60236FF377E8}" dt="2026-04-21T12:36:05.672" v="9998" actId="478"/>
          <ac:spMkLst>
            <pc:docMk/>
            <pc:sldMk cId="365956669" sldId="303"/>
            <ac:spMk id="111" creationId="{8E7087A2-6A3A-87A9-3961-5DAAAC81F19B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12" creationId="{5BF8D130-FDD3-69E1-97FE-F7AC99C4B27E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15" creationId="{C1C08512-257A-187B-2743-7DBACCD2210A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21" creationId="{252BBFDE-1C25-A6B4-84CA-0D931B862E67}"/>
          </ac:spMkLst>
        </pc:spChg>
        <pc:spChg chg="add del mod">
          <ac:chgData name="昕 许" userId="a2975fcd840abfc3" providerId="LiveId" clId="{49CCD4F9-177C-4270-9A14-60236FF377E8}" dt="2026-04-21T12:36:07.808" v="9999" actId="478"/>
          <ac:spMkLst>
            <pc:docMk/>
            <pc:sldMk cId="365956669" sldId="303"/>
            <ac:spMk id="127" creationId="{BD8858A4-864D-A2A6-D0A7-DB51F7459A28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46" creationId="{E5E56855-7A4F-C110-5252-B24C3E103D7A}"/>
          </ac:spMkLst>
        </pc:spChg>
        <pc:spChg chg="add del mod">
          <ac:chgData name="昕 许" userId="a2975fcd840abfc3" providerId="LiveId" clId="{49CCD4F9-177C-4270-9A14-60236FF377E8}" dt="2026-04-21T12:18:54.846" v="9509" actId="478"/>
          <ac:spMkLst>
            <pc:docMk/>
            <pc:sldMk cId="365956669" sldId="303"/>
            <ac:spMk id="147" creationId="{7DA501DA-1E4D-81A3-2FD6-9D8EA9CC1B2A}"/>
          </ac:spMkLst>
        </pc:spChg>
        <pc:grpChg chg="add del mod">
          <ac:chgData name="昕 许" userId="a2975fcd840abfc3" providerId="LiveId" clId="{49CCD4F9-177C-4270-9A14-60236FF377E8}" dt="2026-04-21T12:21:58.539" v="9675" actId="478"/>
          <ac:grpSpMkLst>
            <pc:docMk/>
            <pc:sldMk cId="365956669" sldId="303"/>
            <ac:grpSpMk id="10" creationId="{8ADA3082-E514-AA94-783D-7A7CF25B3717}"/>
          </ac:grpSpMkLst>
        </pc:grpChg>
        <pc:grpChg chg="add mod">
          <ac:chgData name="昕 许" userId="a2975fcd840abfc3" providerId="LiveId" clId="{49CCD4F9-177C-4270-9A14-60236FF377E8}" dt="2026-04-21T12:36:37.487" v="10031" actId="1076"/>
          <ac:grpSpMkLst>
            <pc:docMk/>
            <pc:sldMk cId="365956669" sldId="303"/>
            <ac:grpSpMk id="149" creationId="{AE48B46B-0DB7-F5C2-BDC0-44323AB6000E}"/>
          </ac:grpSpMkLst>
        </pc:grpChg>
        <pc:grpChg chg="add mod">
          <ac:chgData name="昕 许" userId="a2975fcd840abfc3" providerId="LiveId" clId="{49CCD4F9-177C-4270-9A14-60236FF377E8}" dt="2026-04-21T13:20:17.668" v="10654" actId="1076"/>
          <ac:grpSpMkLst>
            <pc:docMk/>
            <pc:sldMk cId="365956669" sldId="303"/>
            <ac:grpSpMk id="158" creationId="{B36BA438-A6FC-7CE5-2E95-B11E9BB34FB0}"/>
          </ac:grpSpMkLst>
        </pc:grpChg>
        <pc:grpChg chg="add mod">
          <ac:chgData name="昕 许" userId="a2975fcd840abfc3" providerId="LiveId" clId="{49CCD4F9-177C-4270-9A14-60236FF377E8}" dt="2026-04-21T12:36:26.220" v="10025" actId="1076"/>
          <ac:grpSpMkLst>
            <pc:docMk/>
            <pc:sldMk cId="365956669" sldId="303"/>
            <ac:grpSpMk id="159" creationId="{BCF659F7-641B-0BA1-7CB5-0FF44AF71B1C}"/>
          </ac:grpSpMkLst>
        </pc:grpChg>
        <pc:cxnChg chg="add mod">
          <ac:chgData name="昕 许" userId="a2975fcd840abfc3" providerId="LiveId" clId="{49CCD4F9-177C-4270-9A14-60236FF377E8}" dt="2026-04-21T12:23:48.257" v="9768" actId="1076"/>
          <ac:cxnSpMkLst>
            <pc:docMk/>
            <pc:sldMk cId="365956669" sldId="303"/>
            <ac:cxnSpMk id="14" creationId="{1669A97B-372A-013E-184B-35ABBFA12541}"/>
          </ac:cxnSpMkLst>
        </pc:cxnChg>
        <pc:cxnChg chg="add mod">
          <ac:chgData name="昕 许" userId="a2975fcd840abfc3" providerId="LiveId" clId="{49CCD4F9-177C-4270-9A14-60236FF377E8}" dt="2026-04-21T12:36:26.220" v="10025" actId="1076"/>
          <ac:cxnSpMkLst>
            <pc:docMk/>
            <pc:sldMk cId="365956669" sldId="303"/>
            <ac:cxnSpMk id="15" creationId="{D872F8A4-07F9-A5D1-ED16-EE26F6F5FA89}"/>
          </ac:cxnSpMkLst>
        </pc:cxnChg>
        <pc:cxnChg chg="add mod">
          <ac:chgData name="昕 许" userId="a2975fcd840abfc3" providerId="LiveId" clId="{49CCD4F9-177C-4270-9A14-60236FF377E8}" dt="2026-04-21T12:36:34.282" v="10029" actId="1076"/>
          <ac:cxnSpMkLst>
            <pc:docMk/>
            <pc:sldMk cId="365956669" sldId="303"/>
            <ac:cxnSpMk id="18" creationId="{79F4D604-079E-1DA5-46D7-2557BCDD94FA}"/>
          </ac:cxnSpMkLst>
        </pc:cxnChg>
        <pc:cxnChg chg="add mod">
          <ac:chgData name="昕 许" userId="a2975fcd840abfc3" providerId="LiveId" clId="{49CCD4F9-177C-4270-9A14-60236FF377E8}" dt="2026-04-21T12:36:37.487" v="10031" actId="1076"/>
          <ac:cxnSpMkLst>
            <pc:docMk/>
            <pc:sldMk cId="365956669" sldId="303"/>
            <ac:cxnSpMk id="76" creationId="{4F0425B7-F9B0-F0C9-1A5D-E472C2D60C6F}"/>
          </ac:cxnSpMkLst>
        </pc:cxnChg>
        <pc:cxnChg chg="add del mod">
          <ac:chgData name="昕 许" userId="a2975fcd840abfc3" providerId="LiveId" clId="{49CCD4F9-177C-4270-9A14-60236FF377E8}" dt="2026-04-21T12:29:29.856" v="9959" actId="478"/>
          <ac:cxnSpMkLst>
            <pc:docMk/>
            <pc:sldMk cId="365956669" sldId="303"/>
            <ac:cxnSpMk id="83" creationId="{9130A1D3-1D02-01DD-33BF-56F415EA1009}"/>
          </ac:cxnSpMkLst>
        </pc:cxnChg>
        <pc:cxnChg chg="add mod">
          <ac:chgData name="昕 许" userId="a2975fcd840abfc3" providerId="LiveId" clId="{49CCD4F9-177C-4270-9A14-60236FF377E8}" dt="2026-04-21T12:36:26.220" v="10025" actId="1076"/>
          <ac:cxnSpMkLst>
            <pc:docMk/>
            <pc:sldMk cId="365956669" sldId="303"/>
            <ac:cxnSpMk id="91" creationId="{E78094C5-E2A1-7F5F-8D61-A4B04EA3BAA3}"/>
          </ac:cxnSpMkLst>
        </pc:cxnChg>
        <pc:cxnChg chg="add mod">
          <ac:chgData name="昕 许" userId="a2975fcd840abfc3" providerId="LiveId" clId="{49CCD4F9-177C-4270-9A14-60236FF377E8}" dt="2026-04-21T13:20:17.668" v="10654" actId="1076"/>
          <ac:cxnSpMkLst>
            <pc:docMk/>
            <pc:sldMk cId="365956669" sldId="303"/>
            <ac:cxnSpMk id="105" creationId="{9B7F89B9-73D2-7F20-6BC4-EC995EB9FFB7}"/>
          </ac:cxnSpMkLst>
        </pc:cxnChg>
        <pc:cxnChg chg="add del mod">
          <ac:chgData name="昕 许" userId="a2975fcd840abfc3" providerId="LiveId" clId="{49CCD4F9-177C-4270-9A14-60236FF377E8}" dt="2026-04-21T12:36:09.145" v="10000" actId="478"/>
          <ac:cxnSpMkLst>
            <pc:docMk/>
            <pc:sldMk cId="365956669" sldId="303"/>
            <ac:cxnSpMk id="128" creationId="{B6D36BD8-9483-F584-9681-A41768E8EEA9}"/>
          </ac:cxnSpMkLst>
        </pc:cxnChg>
      </pc:sldChg>
      <pc:sldChg chg="addSp delSp modSp add mod modTransition">
        <pc:chgData name="昕 许" userId="a2975fcd840abfc3" providerId="LiveId" clId="{49CCD4F9-177C-4270-9A14-60236FF377E8}" dt="2026-04-21T13:26:44.869" v="10775"/>
        <pc:sldMkLst>
          <pc:docMk/>
          <pc:sldMk cId="1938806487" sldId="305"/>
        </pc:sldMkLst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2" creationId="{B3F66945-243D-049C-4FD9-C89E9E432117}"/>
          </ac:spMkLst>
        </pc:spChg>
        <pc:spChg chg="add mod">
          <ac:chgData name="昕 许" userId="a2975fcd840abfc3" providerId="LiveId" clId="{49CCD4F9-177C-4270-9A14-60236FF377E8}" dt="2026-04-21T13:04:38.405" v="10255" actId="20577"/>
          <ac:spMkLst>
            <pc:docMk/>
            <pc:sldMk cId="1938806487" sldId="305"/>
            <ac:spMk id="3" creationId="{003F564B-6D39-C3DB-AE95-9BA04B77F30B}"/>
          </ac:spMkLst>
        </pc:spChg>
        <pc:spChg chg="add mod">
          <ac:chgData name="昕 许" userId="a2975fcd840abfc3" providerId="LiveId" clId="{49CCD4F9-177C-4270-9A14-60236FF377E8}" dt="2026-04-21T13:10:53.019" v="10641" actId="14100"/>
          <ac:spMkLst>
            <pc:docMk/>
            <pc:sldMk cId="1938806487" sldId="305"/>
            <ac:spMk id="4" creationId="{9A1B6B40-AAB0-0B18-B376-BF9314C4361B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5" creationId="{913427ED-A33C-9CB5-072B-C1F9285556DF}"/>
          </ac:spMkLst>
        </pc:spChg>
        <pc:spChg chg="add del mod">
          <ac:chgData name="昕 许" userId="a2975fcd840abfc3" providerId="LiveId" clId="{49CCD4F9-177C-4270-9A14-60236FF377E8}" dt="2026-04-21T13:05:09.369" v="10302" actId="478"/>
          <ac:spMkLst>
            <pc:docMk/>
            <pc:sldMk cId="1938806487" sldId="305"/>
            <ac:spMk id="6" creationId="{0957FC06-1EA5-8771-EB08-B334E593794E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7" creationId="{55B96F8C-0D22-C6F2-F795-3947924A8C47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8" creationId="{20CD3EC8-C514-DE52-95A9-DCCC1654A7CC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9" creationId="{9697EAEF-73B6-B832-F25C-FB736B34A2C2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13" creationId="{2EE46D0D-D98F-4253-2058-0559F23570AD}"/>
          </ac:spMkLst>
        </pc:spChg>
        <pc:spChg chg="add mod">
          <ac:chgData name="昕 许" userId="a2975fcd840abfc3" providerId="LiveId" clId="{49CCD4F9-177C-4270-9A14-60236FF377E8}" dt="2026-04-21T13:10:16.545" v="10636" actId="20577"/>
          <ac:spMkLst>
            <pc:docMk/>
            <pc:sldMk cId="1938806487" sldId="305"/>
            <ac:spMk id="14" creationId="{F1CE7CD7-4B7A-98BD-8BED-C13A40ED6CBD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16" creationId="{61242273-8158-3215-85E9-6C660A5BA13C}"/>
          </ac:spMkLst>
        </pc:spChg>
        <pc:spChg chg="add 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18" creationId="{C1B41052-9E6F-D722-89C2-8B1EA1DE0A84}"/>
          </ac:spMkLst>
        </pc:spChg>
        <pc:spChg chg="mod">
          <ac:chgData name="昕 许" userId="a2975fcd840abfc3" providerId="LiveId" clId="{49CCD4F9-177C-4270-9A14-60236FF377E8}" dt="2026-04-21T13:10:49.793" v="10640" actId="1076"/>
          <ac:spMkLst>
            <pc:docMk/>
            <pc:sldMk cId="1938806487" sldId="305"/>
            <ac:spMk id="20" creationId="{BD6317CD-0C90-BFF4-7214-B5C647B3B460}"/>
          </ac:spMkLst>
        </pc:spChg>
      </pc:sldChg>
      <pc:sldChg chg="addSp delSp modSp add del mod">
        <pc:chgData name="昕 许" userId="a2975fcd840abfc3" providerId="LiveId" clId="{49CCD4F9-177C-4270-9A14-60236FF377E8}" dt="2026-04-21T12:18:48.304" v="9502" actId="47"/>
        <pc:sldMkLst>
          <pc:docMk/>
          <pc:sldMk cId="380520240" sldId="306"/>
        </pc:sldMkLst>
      </pc:sldChg>
      <pc:sldChg chg="addSp delSp modSp add del mod">
        <pc:chgData name="昕 许" userId="a2975fcd840abfc3" providerId="LiveId" clId="{49CCD4F9-177C-4270-9A14-60236FF377E8}" dt="2026-04-21T12:18:48.489" v="9503" actId="47"/>
        <pc:sldMkLst>
          <pc:docMk/>
          <pc:sldMk cId="2074939494" sldId="307"/>
        </pc:sldMkLst>
      </pc:sldChg>
      <pc:sldChg chg="addSp delSp modSp add del mod">
        <pc:chgData name="昕 许" userId="a2975fcd840abfc3" providerId="LiveId" clId="{49CCD4F9-177C-4270-9A14-60236FF377E8}" dt="2026-04-21T12:18:48.753" v="9504" actId="47"/>
        <pc:sldMkLst>
          <pc:docMk/>
          <pc:sldMk cId="1803868461" sldId="308"/>
        </pc:sldMkLst>
      </pc:sldChg>
      <pc:sldChg chg="addSp delSp modSp add del mod">
        <pc:chgData name="昕 许" userId="a2975fcd840abfc3" providerId="LiveId" clId="{49CCD4F9-177C-4270-9A14-60236FF377E8}" dt="2026-04-21T12:18:48.962" v="9505" actId="47"/>
        <pc:sldMkLst>
          <pc:docMk/>
          <pc:sldMk cId="2436741685" sldId="309"/>
        </pc:sldMkLst>
      </pc:sldChg>
      <pc:sldChg chg="addSp delSp modSp add mod modTransition">
        <pc:chgData name="昕 许" userId="a2975fcd840abfc3" providerId="LiveId" clId="{49CCD4F9-177C-4270-9A14-60236FF377E8}" dt="2026-04-21T13:26:44.869" v="10775"/>
        <pc:sldMkLst>
          <pc:docMk/>
          <pc:sldMk cId="1753391545" sldId="310"/>
        </pc:sldMkLst>
        <pc:spChg chg="mod">
          <ac:chgData name="昕 许" userId="a2975fcd840abfc3" providerId="LiveId" clId="{49CCD4F9-177C-4270-9A14-60236FF377E8}" dt="2026-04-19T12:49:44.086" v="9459" actId="20577"/>
          <ac:spMkLst>
            <pc:docMk/>
            <pc:sldMk cId="1753391545" sldId="310"/>
            <ac:spMk id="13" creationId="{91013F5E-60A5-6FF5-D205-AA1FA83515A7}"/>
          </ac:spMkLst>
        </pc:spChg>
        <pc:spChg chg="mod">
          <ac:chgData name="昕 许" userId="a2975fcd840abfc3" providerId="LiveId" clId="{49CCD4F9-177C-4270-9A14-60236FF377E8}" dt="2026-04-19T12:47:37.092" v="9388" actId="20577"/>
          <ac:spMkLst>
            <pc:docMk/>
            <pc:sldMk cId="1753391545" sldId="310"/>
            <ac:spMk id="15" creationId="{94EFA9D6-7643-2303-DADF-18296E865141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32" creationId="{1E1F8023-ED11-EAC8-7B90-8001E4D7D665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40" creationId="{DE2757A4-DDD0-4819-BEFB-661A69DAB1A1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52" creationId="{2A5E3E3C-76D4-1CCA-D292-5672B9D1DD36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57" creationId="{78504E45-E5DC-2B1A-7F28-0FBF0B7EEB68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61" creationId="{90EC2B8A-64E6-CB26-1EF6-73EA1C7BFB6B}"/>
          </ac:spMkLst>
        </pc:spChg>
        <pc:spChg chg="mod">
          <ac:chgData name="昕 许" userId="a2975fcd840abfc3" providerId="LiveId" clId="{49CCD4F9-177C-4270-9A14-60236FF377E8}" dt="2026-04-19T12:49:45.720" v="9460" actId="20577"/>
          <ac:spMkLst>
            <pc:docMk/>
            <pc:sldMk cId="1753391545" sldId="310"/>
            <ac:spMk id="65" creationId="{627AB170-0FC5-4D3F-D146-4BB0D9148D6A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68" creationId="{D44187C9-121B-B01C-C262-1016F288226D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69" creationId="{C94296D6-1958-3DC7-BC95-073FF908A431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73" creationId="{055BBBDD-F1D5-6701-8270-95F1C889A2B5}"/>
          </ac:spMkLst>
        </pc:spChg>
        <pc:spChg chg="add 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74" creationId="{75DF9C76-CA8E-42E8-8861-60B63BC8E1FD}"/>
          </ac:spMkLst>
        </pc:spChg>
        <pc:spChg chg="mod">
          <ac:chgData name="昕 许" userId="a2975fcd840abfc3" providerId="LiveId" clId="{49CCD4F9-177C-4270-9A14-60236FF377E8}" dt="2026-04-19T12:49:32.301" v="9453" actId="1076"/>
          <ac:spMkLst>
            <pc:docMk/>
            <pc:sldMk cId="1753391545" sldId="310"/>
            <ac:spMk id="77" creationId="{641AEA04-D56B-5AAA-F13B-25A66DBA2D42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79" creationId="{CF075292-821D-729D-D214-8678928C7812}"/>
          </ac:spMkLst>
        </pc:spChg>
        <pc:spChg chg="mod">
          <ac:chgData name="昕 许" userId="a2975fcd840abfc3" providerId="LiveId" clId="{49CCD4F9-177C-4270-9A14-60236FF377E8}" dt="2026-04-19T12:47:38.956" v="9389" actId="20577"/>
          <ac:spMkLst>
            <pc:docMk/>
            <pc:sldMk cId="1753391545" sldId="310"/>
            <ac:spMk id="83" creationId="{E3C77674-9371-7AB4-21B9-B28C3A57EF58}"/>
          </ac:spMkLst>
        </pc:spChg>
        <pc:spChg chg="add 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84" creationId="{8DC95433-7B35-16E5-AA23-94A86C00A5AE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86" creationId="{1E6F6B78-1EEE-F23E-60F7-D07F47BA2CD3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87" creationId="{B237FE09-C0B7-20F3-A0F5-18FE340C1B4F}"/>
          </ac:spMkLst>
        </pc:spChg>
        <pc:spChg chg="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95" creationId="{AA7549B2-1A86-C540-0457-0B594C80EE85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98" creationId="{E568EF33-5175-DCCE-848A-7B1BEBAA32D3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99" creationId="{4BDA1089-A03F-4A8E-B0A3-7ADE0B830E80}"/>
          </ac:spMkLst>
        </pc:spChg>
        <pc:spChg chg="add mod">
          <ac:chgData name="昕 许" userId="a2975fcd840abfc3" providerId="LiveId" clId="{49CCD4F9-177C-4270-9A14-60236FF377E8}" dt="2026-04-19T12:49:35.646" v="9455"/>
          <ac:spMkLst>
            <pc:docMk/>
            <pc:sldMk cId="1753391545" sldId="310"/>
            <ac:spMk id="100" creationId="{AF2ED263-B660-4D6D-BEAC-CDDCB088F871}"/>
          </ac:spMkLst>
        </pc:spChg>
        <pc:spChg chg="mod">
          <ac:chgData name="昕 许" userId="a2975fcd840abfc3" providerId="LiveId" clId="{49CCD4F9-177C-4270-9A14-60236FF377E8}" dt="2026-04-19T12:49:40.594" v="9456" actId="1076"/>
          <ac:spMkLst>
            <pc:docMk/>
            <pc:sldMk cId="1753391545" sldId="310"/>
            <ac:spMk id="101" creationId="{78DBB9B1-F5B8-6128-9B1E-A443A99F254A}"/>
          </ac:spMkLst>
        </pc:spChg>
        <pc:spChg chg="mod">
          <ac:chgData name="昕 许" userId="a2975fcd840abfc3" providerId="LiveId" clId="{49CCD4F9-177C-4270-9A14-60236FF377E8}" dt="2026-04-19T12:49:52.340" v="9462" actId="208"/>
          <ac:spMkLst>
            <pc:docMk/>
            <pc:sldMk cId="1753391545" sldId="310"/>
            <ac:spMk id="103" creationId="{A2ACF3F6-29DC-F570-A5C4-C38060D1C883}"/>
          </ac:spMkLst>
        </pc:spChg>
        <pc:spChg chg="mod">
          <ac:chgData name="昕 许" userId="a2975fcd840abfc3" providerId="LiveId" clId="{49CCD4F9-177C-4270-9A14-60236FF377E8}" dt="2026-04-19T12:49:48.342" v="9461" actId="20577"/>
          <ac:spMkLst>
            <pc:docMk/>
            <pc:sldMk cId="1753391545" sldId="310"/>
            <ac:spMk id="104" creationId="{A72F272C-F99B-E039-D265-AE49B5C51E51}"/>
          </ac:spMkLst>
        </pc:spChg>
        <pc:spChg chg="mod">
          <ac:chgData name="昕 许" userId="a2975fcd840abfc3" providerId="LiveId" clId="{49CCD4F9-177C-4270-9A14-60236FF377E8}" dt="2026-04-19T12:52:10.740" v="9483" actId="20577"/>
          <ac:spMkLst>
            <pc:docMk/>
            <pc:sldMk cId="1753391545" sldId="310"/>
            <ac:spMk id="122" creationId="{9EE38FE9-710B-6340-8A8A-5C4297CFEE64}"/>
          </ac:spMkLst>
        </pc:spChg>
        <pc:spChg chg="mod">
          <ac:chgData name="昕 许" userId="a2975fcd840abfc3" providerId="LiveId" clId="{49CCD4F9-177C-4270-9A14-60236FF377E8}" dt="2026-04-19T12:52:10.620" v="9482" actId="20577"/>
          <ac:spMkLst>
            <pc:docMk/>
            <pc:sldMk cId="1753391545" sldId="310"/>
            <ac:spMk id="123" creationId="{E06C6374-C145-15C3-8C9F-D879439D106D}"/>
          </ac:spMkLst>
        </pc:spChg>
        <pc:spChg chg="mod">
          <ac:chgData name="昕 许" userId="a2975fcd840abfc3" providerId="LiveId" clId="{49CCD4F9-177C-4270-9A14-60236FF377E8}" dt="2026-04-19T12:52:10.620" v="9482" actId="20577"/>
          <ac:spMkLst>
            <pc:docMk/>
            <pc:sldMk cId="1753391545" sldId="310"/>
            <ac:spMk id="124" creationId="{4761E2D5-A518-BD6F-1618-5FF0517F97DB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129" creationId="{B02EC97A-2A96-1723-926F-E030DF490EE9}"/>
          </ac:spMkLst>
        </pc:spChg>
        <pc:spChg chg="mod">
          <ac:chgData name="昕 许" userId="a2975fcd840abfc3" providerId="LiveId" clId="{49CCD4F9-177C-4270-9A14-60236FF377E8}" dt="2026-04-19T12:52:15.440" v="9484" actId="20577"/>
          <ac:spMkLst>
            <pc:docMk/>
            <pc:sldMk cId="1753391545" sldId="310"/>
            <ac:spMk id="140" creationId="{6723F664-6643-F18B-83A4-964E57DE9D37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146" creationId="{581592F9-5482-F0B5-7C33-383DA3ABCAA5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147" creationId="{FF46D702-5FB3-51CB-4B99-21EDC46A40B8}"/>
          </ac:spMkLst>
        </pc:spChg>
        <pc:spChg chg="mod">
          <ac:chgData name="昕 许" userId="a2975fcd840abfc3" providerId="LiveId" clId="{49CCD4F9-177C-4270-9A14-60236FF377E8}" dt="2026-04-19T12:47:43.357" v="9390" actId="20577"/>
          <ac:spMkLst>
            <pc:docMk/>
            <pc:sldMk cId="1753391545" sldId="310"/>
            <ac:spMk id="171" creationId="{4896DAC1-40D3-E9F0-C46C-85E487A9DEF7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14" creationId="{7658F2DF-B89D-E059-EC11-C9883DE775EA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15" creationId="{8307B9CB-BC5E-6C66-5167-675A7AEFFC89}"/>
          </ac:spMkLst>
        </pc:spChg>
        <pc:spChg chg="mod">
          <ac:chgData name="昕 许" userId="a2975fcd840abfc3" providerId="LiveId" clId="{49CCD4F9-177C-4270-9A14-60236FF377E8}" dt="2026-04-19T12:52:17.640" v="9485" actId="20577"/>
          <ac:spMkLst>
            <pc:docMk/>
            <pc:sldMk cId="1753391545" sldId="310"/>
            <ac:spMk id="220" creationId="{0E78431A-B5A2-837C-0E24-475689C725CC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25" creationId="{38F9D1CD-2FE9-584E-5427-7B59145705C3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27" creationId="{6E8DBC8B-D596-DE85-3344-6F99DF7B3851}"/>
          </ac:spMkLst>
        </pc:spChg>
        <pc:spChg chg="mod">
          <ac:chgData name="昕 许" userId="a2975fcd840abfc3" providerId="LiveId" clId="{49CCD4F9-177C-4270-9A14-60236FF377E8}" dt="2026-04-19T12:52:18.589" v="9486" actId="20577"/>
          <ac:spMkLst>
            <pc:docMk/>
            <pc:sldMk cId="1753391545" sldId="310"/>
            <ac:spMk id="235" creationId="{FF990322-5B82-12BF-D976-6624129321BC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37" creationId="{5954A004-1D2E-FECB-8911-0DFF8DD3A21F}"/>
          </ac:spMkLst>
        </pc:spChg>
        <pc:spChg chg="mod">
          <ac:chgData name="昕 许" userId="a2975fcd840abfc3" providerId="LiveId" clId="{49CCD4F9-177C-4270-9A14-60236FF377E8}" dt="2026-04-19T12:52:26.298" v="9491" actId="207"/>
          <ac:spMkLst>
            <pc:docMk/>
            <pc:sldMk cId="1753391545" sldId="310"/>
            <ac:spMk id="240" creationId="{7B96EB53-8188-9C3C-D1C1-124BA030F837}"/>
          </ac:spMkLst>
        </pc:spChg>
        <pc:spChg chg="mod">
          <ac:chgData name="昕 许" userId="a2975fcd840abfc3" providerId="LiveId" clId="{49CCD4F9-177C-4270-9A14-60236FF377E8}" dt="2026-04-19T12:51:59.558" v="9472"/>
          <ac:spMkLst>
            <pc:docMk/>
            <pc:sldMk cId="1753391545" sldId="310"/>
            <ac:spMk id="244" creationId="{C027DF81-77D0-5D53-C8A0-48A8F855243B}"/>
          </ac:spMkLst>
        </pc:spChg>
        <pc:spChg chg="add mod">
          <ac:chgData name="昕 许" userId="a2975fcd840abfc3" providerId="LiveId" clId="{49CCD4F9-177C-4270-9A14-60236FF377E8}" dt="2026-04-19T12:52:29.842" v="9492" actId="1076"/>
          <ac:spMkLst>
            <pc:docMk/>
            <pc:sldMk cId="1753391545" sldId="310"/>
            <ac:spMk id="245" creationId="{229B0713-A1F7-0D89-F9EF-E64021FAFA44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49" creationId="{FE076A71-F645-E4B5-42B7-5923223E5369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50" creationId="{D2BBD118-4B73-F7F5-0718-72224609CF1F}"/>
          </ac:spMkLst>
        </pc:spChg>
        <pc:spChg chg="mod">
          <ac:chgData name="昕 许" userId="a2975fcd840abfc3" providerId="LiveId" clId="{49CCD4F9-177C-4270-9A14-60236FF377E8}" dt="2026-04-19T12:48:00.008" v="9398" actId="20577"/>
          <ac:spMkLst>
            <pc:docMk/>
            <pc:sldMk cId="1753391545" sldId="310"/>
            <ac:spMk id="254" creationId="{3F4D5BC5-88B7-7DB1-569E-588B97BD3975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55" creationId="{B4697151-0EB6-0C1F-D5D7-4AF9834E8AD9}"/>
          </ac:spMkLst>
        </pc:spChg>
        <pc:spChg chg="mod">
          <ac:chgData name="昕 许" userId="a2975fcd840abfc3" providerId="LiveId" clId="{49CCD4F9-177C-4270-9A14-60236FF377E8}" dt="2026-04-19T12:47:58.291" v="9397" actId="20577"/>
          <ac:spMkLst>
            <pc:docMk/>
            <pc:sldMk cId="1753391545" sldId="310"/>
            <ac:spMk id="256" creationId="{DDE51708-AA31-FF5C-FF0C-95D5ED267076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63" creationId="{DE3E6DCF-B306-C525-9FC0-97169ECF30C7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65" creationId="{09996F8D-D9C6-8234-BFA2-8F6255BCF66A}"/>
          </ac:spMkLst>
        </pc:spChg>
        <pc:spChg chg="mod">
          <ac:chgData name="昕 许" userId="a2975fcd840abfc3" providerId="LiveId" clId="{49CCD4F9-177C-4270-9A14-60236FF377E8}" dt="2026-04-19T12:53:23.531" v="9498" actId="207"/>
          <ac:spMkLst>
            <pc:docMk/>
            <pc:sldMk cId="1753391545" sldId="310"/>
            <ac:spMk id="270" creationId="{C6101F7F-AD31-3E44-9972-A0116E2DA848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74" creationId="{9529BB78-5797-8A18-E524-E34265896F44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75" creationId="{48DA1D10-146A-D74C-92F6-9B926D6568F1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85" creationId="{2CD78701-1B89-D80C-FE72-AE2350886E89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86" creationId="{D7589B48-C686-3F65-F076-1F32D7F73048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288" creationId="{D6CFAFEB-237B-5876-DE2F-ADE74236B7A0}"/>
          </ac:spMkLst>
        </pc:spChg>
        <pc:spChg chg="mod">
          <ac:chgData name="昕 许" userId="a2975fcd840abfc3" providerId="LiveId" clId="{49CCD4F9-177C-4270-9A14-60236FF377E8}" dt="2026-04-19T12:53:26.037" v="9499" actId="207"/>
          <ac:spMkLst>
            <pc:docMk/>
            <pc:sldMk cId="1753391545" sldId="310"/>
            <ac:spMk id="292" creationId="{53860AC7-22FD-5450-E021-A7D117E59762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95" creationId="{A912DE00-9274-4CA3-CF5B-64BBA4F5D66B}"/>
          </ac:spMkLst>
        </pc:spChg>
        <pc:spChg chg="mod">
          <ac:chgData name="昕 许" userId="a2975fcd840abfc3" providerId="LiveId" clId="{49CCD4F9-177C-4270-9A14-60236FF377E8}" dt="2026-04-19T12:49:35.148" v="9454" actId="1076"/>
          <ac:spMkLst>
            <pc:docMk/>
            <pc:sldMk cId="1753391545" sldId="310"/>
            <ac:spMk id="296" creationId="{F42D61C5-A1E2-A2B7-1715-DD047CDC4367}"/>
          </ac:spMkLst>
        </pc:spChg>
        <pc:spChg chg="mod">
          <ac:chgData name="昕 许" userId="a2975fcd840abfc3" providerId="LiveId" clId="{49CCD4F9-177C-4270-9A14-60236FF377E8}" dt="2026-04-19T12:50:18.477" v="9465" actId="208"/>
          <ac:spMkLst>
            <pc:docMk/>
            <pc:sldMk cId="1753391545" sldId="310"/>
            <ac:spMk id="298" creationId="{9B8B6077-8936-76F7-FA39-C5758C7AE5B7}"/>
          </ac:spMkLst>
        </pc:spChg>
        <pc:spChg chg="mod">
          <ac:chgData name="昕 许" userId="a2975fcd840abfc3" providerId="LiveId" clId="{49CCD4F9-177C-4270-9A14-60236FF377E8}" dt="2026-04-19T12:48:59.030" v="9418" actId="208"/>
          <ac:spMkLst>
            <pc:docMk/>
            <pc:sldMk cId="1753391545" sldId="310"/>
            <ac:spMk id="299" creationId="{3B799A9B-CD32-71BD-89F7-73F4329D1E80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09" creationId="{434087D0-211A-7812-9F0C-F23B6CA28827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10" creationId="{94BD6365-9E19-1307-8C70-E202CBC7FCFD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11" creationId="{6674371B-7748-4FF7-17FE-C1564620462E}"/>
          </ac:spMkLst>
        </pc:spChg>
        <pc:spChg chg="mod">
          <ac:chgData name="昕 许" userId="a2975fcd840abfc3" providerId="LiveId" clId="{49CCD4F9-177C-4270-9A14-60236FF377E8}" dt="2026-04-19T12:53:16.768" v="9497" actId="20577"/>
          <ac:spMkLst>
            <pc:docMk/>
            <pc:sldMk cId="1753391545" sldId="310"/>
            <ac:spMk id="335" creationId="{F0BE9F86-CE6C-FFA6-BEE9-6801386590AB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36" creationId="{C5D3329E-C72E-ADF1-5B42-584FE86F5DB1}"/>
          </ac:spMkLst>
        </pc:spChg>
        <pc:spChg chg="mod">
          <ac:chgData name="昕 许" userId="a2975fcd840abfc3" providerId="LiveId" clId="{49CCD4F9-177C-4270-9A14-60236FF377E8}" dt="2026-04-19T12:53:14.356" v="9496" actId="207"/>
          <ac:spMkLst>
            <pc:docMk/>
            <pc:sldMk cId="1753391545" sldId="310"/>
            <ac:spMk id="340" creationId="{D3560E86-3E7C-AA1D-D5FD-9125AB1D264C}"/>
          </ac:spMkLst>
        </pc:spChg>
        <pc:spChg chg="mod">
          <ac:chgData name="昕 许" userId="a2975fcd840abfc3" providerId="LiveId" clId="{49CCD4F9-177C-4270-9A14-60236FF377E8}" dt="2026-04-19T12:52:30.761" v="9493"/>
          <ac:spMkLst>
            <pc:docMk/>
            <pc:sldMk cId="1753391545" sldId="310"/>
            <ac:spMk id="341" creationId="{1E4C8C74-EAFF-0081-1E71-1EAD34DC605A}"/>
          </ac:spMkLst>
        </pc:spChg>
        <pc:spChg chg="add mod">
          <ac:chgData name="昕 许" userId="a2975fcd840abfc3" providerId="LiveId" clId="{49CCD4F9-177C-4270-9A14-60236FF377E8}" dt="2026-04-19T12:52:34.419" v="9494" actId="1076"/>
          <ac:spMkLst>
            <pc:docMk/>
            <pc:sldMk cId="1753391545" sldId="310"/>
            <ac:spMk id="343" creationId="{6FDD3EF2-D3A2-8EEB-15FD-63EEED7684FB}"/>
          </ac:spMkLst>
        </pc:spChg>
        <pc:grpChg chg="mod">
          <ac:chgData name="昕 许" userId="a2975fcd840abfc3" providerId="LiveId" clId="{49CCD4F9-177C-4270-9A14-60236FF377E8}" dt="2026-04-19T12:52:10.620" v="9482" actId="20577"/>
          <ac:grpSpMkLst>
            <pc:docMk/>
            <pc:sldMk cId="1753391545" sldId="310"/>
            <ac:grpSpMk id="120" creationId="{9CEB90C0-D9F5-9A42-9B76-E5CD3E22B062}"/>
          </ac:grpSpMkLst>
        </pc:grpChg>
        <pc:grpChg chg="mod">
          <ac:chgData name="昕 许" userId="a2975fcd840abfc3" providerId="LiveId" clId="{49CCD4F9-177C-4270-9A14-60236FF377E8}" dt="2026-04-19T12:52:10.620" v="9482" actId="20577"/>
          <ac:grpSpMkLst>
            <pc:docMk/>
            <pc:sldMk cId="1753391545" sldId="310"/>
            <ac:grpSpMk id="121" creationId="{67D98805-337A-5A0A-AA5C-F9C4C6E0D0B3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25" creationId="{1E7F891C-6CDE-927A-106D-F11E0339A23A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38" creationId="{2BE649B0-0B90-11B3-2F60-F1F45420E4B5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43" creationId="{D0D488BA-9D7C-CD22-2B21-3AD00CC5832B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148" creationId="{75EE29E7-5C79-62C9-D5A4-5238E25C89ED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23" creationId="{8B76CFE9-5471-9E26-0740-FB4E57463EE7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28" creationId="{83245533-ED96-0570-9E1C-397B7EE0F63B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33" creationId="{91AB6FA2-E289-B5B4-6D86-B12C44E2B8E1}"/>
          </ac:grpSpMkLst>
        </pc:grpChg>
        <pc:grpChg chg="mod">
          <ac:chgData name="昕 许" userId="a2975fcd840abfc3" providerId="LiveId" clId="{49CCD4F9-177C-4270-9A14-60236FF377E8}" dt="2026-04-19T12:52:02.056" v="9473" actId="1076"/>
          <ac:grpSpMkLst>
            <pc:docMk/>
            <pc:sldMk cId="1753391545" sldId="310"/>
            <ac:grpSpMk id="238" creationId="{52C993E3-4F9F-6DDF-896B-04207C2E979A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46" creationId="{7913CE6B-9DE1-F070-01CC-9C99BEC4A1C8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51" creationId="{71CA1759-24DB-F41E-401A-0E95345342CC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68" creationId="{0FA3F6B8-2B14-EDB5-DC7A-E1054D505316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73" creationId="{57490058-9FEC-F39E-1806-744CC800B0F3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290" creationId="{CA000BDE-6635-D403-F5E9-71512D408B33}"/>
          </ac:grpSpMkLst>
        </pc:grpChg>
        <pc:grpChg chg="mod">
          <ac:chgData name="昕 许" userId="a2975fcd840abfc3" providerId="LiveId" clId="{49CCD4F9-177C-4270-9A14-60236FF377E8}" dt="2026-04-19T12:49:06.791" v="9422" actId="1076"/>
          <ac:grpSpMkLst>
            <pc:docMk/>
            <pc:sldMk cId="1753391545" sldId="310"/>
            <ac:grpSpMk id="297" creationId="{498F5060-2181-0412-D462-9741208D3EB1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03" creationId="{AFF30B5B-5B47-DF7A-A834-50CB93459313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12" creationId="{32F6AE7A-8926-E22F-2CB8-BAE28B913426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28" creationId="{6A809022-81FE-2E24-0B9E-6970BADB4D66}"/>
          </ac:grpSpMkLst>
        </pc:grpChg>
        <pc:grpChg chg="mod">
          <ac:chgData name="昕 许" userId="a2975fcd840abfc3" providerId="LiveId" clId="{49CCD4F9-177C-4270-9A14-60236FF377E8}" dt="2026-04-19T12:52:34.419" v="9494" actId="1076"/>
          <ac:grpSpMkLst>
            <pc:docMk/>
            <pc:sldMk cId="1753391545" sldId="310"/>
            <ac:grpSpMk id="338" creationId="{2A49CD4B-95AF-2134-B1B9-86575404CB4B}"/>
          </ac:grpSpMkLst>
        </pc:grpChg>
        <pc:cxnChg chg="add mod">
          <ac:chgData name="昕 许" userId="a2975fcd840abfc3" providerId="LiveId" clId="{49CCD4F9-177C-4270-9A14-60236FF377E8}" dt="2026-04-19T12:48:14.468" v="9407" actId="1037"/>
          <ac:cxnSpMkLst>
            <pc:docMk/>
            <pc:sldMk cId="1753391545" sldId="310"/>
            <ac:cxnSpMk id="2" creationId="{C3C29590-3518-554F-11E7-5721DA037DF5}"/>
          </ac:cxnSpMkLst>
        </pc:cxnChg>
        <pc:cxnChg chg="add mod">
          <ac:chgData name="昕 许" userId="a2975fcd840abfc3" providerId="LiveId" clId="{49CCD4F9-177C-4270-9A14-60236FF377E8}" dt="2026-04-19T12:49:06.791" v="9422" actId="1076"/>
          <ac:cxnSpMkLst>
            <pc:docMk/>
            <pc:sldMk cId="1753391545" sldId="310"/>
            <ac:cxnSpMk id="6" creationId="{EAE8D8FF-19C0-CFE0-DE97-4162F7DB1ABA}"/>
          </ac:cxnSpMkLst>
        </pc:cxnChg>
        <pc:cxnChg chg="add mod">
          <ac:chgData name="昕 许" userId="a2975fcd840abfc3" providerId="LiveId" clId="{49CCD4F9-177C-4270-9A14-60236FF377E8}" dt="2026-04-19T12:48:28.466" v="9414" actId="14100"/>
          <ac:cxnSpMkLst>
            <pc:docMk/>
            <pc:sldMk cId="1753391545" sldId="310"/>
            <ac:cxnSpMk id="9" creationId="{F85529D4-832F-9103-F08A-05783E67F1CD}"/>
          </ac:cxnSpMkLst>
        </pc:cxnChg>
        <pc:cxnChg chg="add mod">
          <ac:chgData name="昕 许" userId="a2975fcd840abfc3" providerId="LiveId" clId="{49CCD4F9-177C-4270-9A14-60236FF377E8}" dt="2026-04-19T12:50:24.641" v="9469" actId="1076"/>
          <ac:cxnSpMkLst>
            <pc:docMk/>
            <pc:sldMk cId="1753391545" sldId="310"/>
            <ac:cxnSpMk id="118" creationId="{E8566EF4-EA45-7E89-7CA7-128C5C12E983}"/>
          </ac:cxnSpMkLst>
        </pc:cxnChg>
        <pc:cxnChg chg="add mod">
          <ac:chgData name="昕 许" userId="a2975fcd840abfc3" providerId="LiveId" clId="{49CCD4F9-177C-4270-9A14-60236FF377E8}" dt="2026-04-19T12:50:27.309" v="9471" actId="1076"/>
          <ac:cxnSpMkLst>
            <pc:docMk/>
            <pc:sldMk cId="1753391545" sldId="310"/>
            <ac:cxnSpMk id="119" creationId="{FA480FFC-85A7-CB2D-B435-01CBED2E5E9E}"/>
          </ac:cxnSpMkLst>
        </pc:cxnChg>
        <pc:cxnChg chg="mod">
          <ac:chgData name="昕 许" userId="a2975fcd840abfc3" providerId="LiveId" clId="{49CCD4F9-177C-4270-9A14-60236FF377E8}" dt="2026-04-19T12:49:27.891" v="9451" actId="1076"/>
          <ac:cxnSpMkLst>
            <pc:docMk/>
            <pc:sldMk cId="1753391545" sldId="310"/>
            <ac:cxnSpMk id="327" creationId="{D1C7450D-8BF7-622D-DD8B-0B57C1313B5A}"/>
          </ac:cxnSpMkLst>
        </pc:cxnChg>
        <pc:cxnChg chg="mod">
          <ac:chgData name="昕 许" userId="a2975fcd840abfc3" providerId="LiveId" clId="{49CCD4F9-177C-4270-9A14-60236FF377E8}" dt="2026-04-19T12:49:29.712" v="9452" actId="1076"/>
          <ac:cxnSpMkLst>
            <pc:docMk/>
            <pc:sldMk cId="1753391545" sldId="310"/>
            <ac:cxnSpMk id="329" creationId="{AD442D83-EF3C-6CA6-C6F4-1ECDFF87CD5A}"/>
          </ac:cxnSpMkLst>
        </pc:cxnChg>
      </pc:sldChg>
      <pc:sldChg chg="addSp modSp add mod ord modTransition">
        <pc:chgData name="昕 许" userId="a2975fcd840abfc3" providerId="LiveId" clId="{49CCD4F9-177C-4270-9A14-60236FF377E8}" dt="2026-04-21T13:26:44.869" v="10775"/>
        <pc:sldMkLst>
          <pc:docMk/>
          <pc:sldMk cId="2174437334" sldId="311"/>
        </pc:sldMkLst>
        <pc:spChg chg="mod">
          <ac:chgData name="昕 许" userId="a2975fcd840abfc3" providerId="LiveId" clId="{49CCD4F9-177C-4270-9A14-60236FF377E8}" dt="2026-04-21T13:22:05.028" v="10675" actId="1076"/>
          <ac:spMkLst>
            <pc:docMk/>
            <pc:sldMk cId="2174437334" sldId="311"/>
            <ac:spMk id="4" creationId="{9C6DC1E4-A611-0503-9B87-41D5E88D0FB7}"/>
          </ac:spMkLst>
        </pc:spChg>
        <pc:spChg chg="mod">
          <ac:chgData name="昕 许" userId="a2975fcd840abfc3" providerId="LiveId" clId="{49CCD4F9-177C-4270-9A14-60236FF377E8}" dt="2026-04-21T13:22:05.028" v="10675" actId="1076"/>
          <ac:spMkLst>
            <pc:docMk/>
            <pc:sldMk cId="2174437334" sldId="311"/>
            <ac:spMk id="5" creationId="{1CD8D067-1356-2EAA-587B-797C5481F504}"/>
          </ac:spMkLst>
        </pc:spChg>
        <pc:spChg chg="mod">
          <ac:chgData name="昕 许" userId="a2975fcd840abfc3" providerId="LiveId" clId="{49CCD4F9-177C-4270-9A14-60236FF377E8}" dt="2026-04-21T12:39:01.076" v="10079" actId="1076"/>
          <ac:spMkLst>
            <pc:docMk/>
            <pc:sldMk cId="2174437334" sldId="311"/>
            <ac:spMk id="7" creationId="{8E7CA2B9-0296-3DF5-CBB9-EFFCD8A73A9F}"/>
          </ac:spMkLst>
        </pc:spChg>
        <pc:spChg chg="mod">
          <ac:chgData name="昕 许" userId="a2975fcd840abfc3" providerId="LiveId" clId="{49CCD4F9-177C-4270-9A14-60236FF377E8}" dt="2026-04-21T12:38:30.564" v="10066" actId="164"/>
          <ac:spMkLst>
            <pc:docMk/>
            <pc:sldMk cId="2174437334" sldId="311"/>
            <ac:spMk id="8" creationId="{478EFD35-9C40-DF56-CE1F-CA502F893B19}"/>
          </ac:spMkLst>
        </pc:spChg>
        <pc:spChg chg="mod">
          <ac:chgData name="昕 许" userId="a2975fcd840abfc3" providerId="LiveId" clId="{49CCD4F9-177C-4270-9A14-60236FF377E8}" dt="2026-04-21T12:39:08.830" v="10083" actId="1076"/>
          <ac:spMkLst>
            <pc:docMk/>
            <pc:sldMk cId="2174437334" sldId="311"/>
            <ac:spMk id="9" creationId="{1249D202-2178-AC09-1FCB-F8C1A3CBDB50}"/>
          </ac:spMkLst>
        </pc:spChg>
        <pc:spChg chg="mod">
          <ac:chgData name="昕 许" userId="a2975fcd840abfc3" providerId="LiveId" clId="{49CCD4F9-177C-4270-9A14-60236FF377E8}" dt="2026-04-21T13:22:05.028" v="10675" actId="1076"/>
          <ac:spMkLst>
            <pc:docMk/>
            <pc:sldMk cId="2174437334" sldId="311"/>
            <ac:spMk id="11" creationId="{4ABB2491-0733-DA19-C339-92CF3E523CA4}"/>
          </ac:spMkLst>
        </pc:spChg>
        <pc:spChg chg="mod">
          <ac:chgData name="昕 许" userId="a2975fcd840abfc3" providerId="LiveId" clId="{49CCD4F9-177C-4270-9A14-60236FF377E8}" dt="2026-04-21T13:22:05.028" v="10675" actId="1076"/>
          <ac:spMkLst>
            <pc:docMk/>
            <pc:sldMk cId="2174437334" sldId="311"/>
            <ac:spMk id="12" creationId="{1AF1A409-E79D-2DAE-C94E-0730A1838EC6}"/>
          </ac:spMkLst>
        </pc:spChg>
        <pc:spChg chg="mod">
          <ac:chgData name="昕 许" userId="a2975fcd840abfc3" providerId="LiveId" clId="{49CCD4F9-177C-4270-9A14-60236FF377E8}" dt="2026-04-21T12:39:13.514" v="10085" actId="1076"/>
          <ac:spMkLst>
            <pc:docMk/>
            <pc:sldMk cId="2174437334" sldId="311"/>
            <ac:spMk id="24" creationId="{3CF6DE96-F898-D4AA-C481-E7CC6AF1586B}"/>
          </ac:spMkLst>
        </pc:spChg>
        <pc:spChg chg="mod">
          <ac:chgData name="昕 许" userId="a2975fcd840abfc3" providerId="LiveId" clId="{49CCD4F9-177C-4270-9A14-60236FF377E8}" dt="2026-04-21T12:38:45.436" v="10074" actId="1076"/>
          <ac:spMkLst>
            <pc:docMk/>
            <pc:sldMk cId="2174437334" sldId="311"/>
            <ac:spMk id="97" creationId="{EB437731-D448-CE7C-4034-B1BE2BFEA39F}"/>
          </ac:spMkLst>
        </pc:spChg>
        <pc:grpChg chg="add mod">
          <ac:chgData name="昕 许" userId="a2975fcd840abfc3" providerId="LiveId" clId="{49CCD4F9-177C-4270-9A14-60236FF377E8}" dt="2026-04-21T13:22:05.028" v="10675" actId="1076"/>
          <ac:grpSpMkLst>
            <pc:docMk/>
            <pc:sldMk cId="2174437334" sldId="311"/>
            <ac:grpSpMk id="29" creationId="{3ACD55FE-67EF-0C76-4297-9894AE50DE83}"/>
          </ac:grpSpMkLst>
        </pc:grpChg>
        <pc:grpChg chg="mod">
          <ac:chgData name="昕 许" userId="a2975fcd840abfc3" providerId="LiveId" clId="{49CCD4F9-177C-4270-9A14-60236FF377E8}" dt="2026-04-21T13:22:05.028" v="10675" actId="1076"/>
          <ac:grpSpMkLst>
            <pc:docMk/>
            <pc:sldMk cId="2174437334" sldId="311"/>
            <ac:grpSpMk id="149" creationId="{2DA4718A-9262-115B-000A-4D6B1DBD1D04}"/>
          </ac:grpSpMkLst>
        </pc:grpChg>
        <pc:grpChg chg="mod">
          <ac:chgData name="昕 许" userId="a2975fcd840abfc3" providerId="LiveId" clId="{49CCD4F9-177C-4270-9A14-60236FF377E8}" dt="2026-04-21T13:22:05.028" v="10675" actId="1076"/>
          <ac:grpSpMkLst>
            <pc:docMk/>
            <pc:sldMk cId="2174437334" sldId="311"/>
            <ac:grpSpMk id="158" creationId="{FF47D598-227F-66A8-6721-28347BFD9CD6}"/>
          </ac:grpSpMkLst>
        </pc:grpChg>
        <pc:grpChg chg="mod">
          <ac:chgData name="昕 许" userId="a2975fcd840abfc3" providerId="LiveId" clId="{49CCD4F9-177C-4270-9A14-60236FF377E8}" dt="2026-04-21T13:22:05.028" v="10675" actId="1076"/>
          <ac:grpSpMkLst>
            <pc:docMk/>
            <pc:sldMk cId="2174437334" sldId="311"/>
            <ac:grpSpMk id="159" creationId="{37D98A0C-61D4-1F4A-1B13-8AE31161F7CF}"/>
          </ac:grpSpMkLst>
        </pc:grpChg>
        <pc:cxnChg chg="mod">
          <ac:chgData name="昕 许" userId="a2975fcd840abfc3" providerId="LiveId" clId="{49CCD4F9-177C-4270-9A14-60236FF377E8}" dt="2026-04-21T12:38:52.332" v="10077" actId="1076"/>
          <ac:cxnSpMkLst>
            <pc:docMk/>
            <pc:sldMk cId="2174437334" sldId="311"/>
            <ac:cxnSpMk id="14" creationId="{68C5249E-15E4-11EB-BF2E-E9C113A9B4A9}"/>
          </ac:cxnSpMkLst>
        </pc:cxnChg>
        <pc:cxnChg chg="mod">
          <ac:chgData name="昕 许" userId="a2975fcd840abfc3" providerId="LiveId" clId="{49CCD4F9-177C-4270-9A14-60236FF377E8}" dt="2026-04-21T13:22:05.028" v="10675" actId="1076"/>
          <ac:cxnSpMkLst>
            <pc:docMk/>
            <pc:sldMk cId="2174437334" sldId="311"/>
            <ac:cxnSpMk id="15" creationId="{62312C51-0E94-E5F1-912A-8F724679D113}"/>
          </ac:cxnSpMkLst>
        </pc:cxnChg>
        <pc:cxnChg chg="mod">
          <ac:chgData name="昕 许" userId="a2975fcd840abfc3" providerId="LiveId" clId="{49CCD4F9-177C-4270-9A14-60236FF377E8}" dt="2026-04-21T12:39:04.795" v="10081" actId="1076"/>
          <ac:cxnSpMkLst>
            <pc:docMk/>
            <pc:sldMk cId="2174437334" sldId="311"/>
            <ac:cxnSpMk id="18" creationId="{AEBCF5BE-04AB-E034-B442-E47CD2111507}"/>
          </ac:cxnSpMkLst>
        </pc:cxnChg>
        <pc:cxnChg chg="mod">
          <ac:chgData name="昕 许" userId="a2975fcd840abfc3" providerId="LiveId" clId="{49CCD4F9-177C-4270-9A14-60236FF377E8}" dt="2026-04-21T13:22:05.028" v="10675" actId="1076"/>
          <ac:cxnSpMkLst>
            <pc:docMk/>
            <pc:sldMk cId="2174437334" sldId="311"/>
            <ac:cxnSpMk id="76" creationId="{551CA1FE-8CB1-67E3-23CA-3D4C9528189E}"/>
          </ac:cxnSpMkLst>
        </pc:cxnChg>
        <pc:cxnChg chg="mod">
          <ac:chgData name="昕 许" userId="a2975fcd840abfc3" providerId="LiveId" clId="{49CCD4F9-177C-4270-9A14-60236FF377E8}" dt="2026-04-21T12:39:19.787" v="10088" actId="14100"/>
          <ac:cxnSpMkLst>
            <pc:docMk/>
            <pc:sldMk cId="2174437334" sldId="311"/>
            <ac:cxnSpMk id="91" creationId="{C19A7AB2-D755-EB01-23A7-B04B11106612}"/>
          </ac:cxnSpMkLst>
        </pc:cxnChg>
        <pc:cxnChg chg="mod">
          <ac:chgData name="昕 许" userId="a2975fcd840abfc3" providerId="LiveId" clId="{49CCD4F9-177C-4270-9A14-60236FF377E8}" dt="2026-04-21T13:11:50.355" v="10647" actId="1076"/>
          <ac:cxnSpMkLst>
            <pc:docMk/>
            <pc:sldMk cId="2174437334" sldId="311"/>
            <ac:cxnSpMk id="105" creationId="{400574A0-1FD2-A2F5-53CA-4500B72B27FA}"/>
          </ac:cxnSpMkLst>
        </pc:cxnChg>
      </pc:sldChg>
      <pc:sldChg chg="new modTransition">
        <pc:chgData name="昕 许" userId="a2975fcd840abfc3" providerId="LiveId" clId="{49CCD4F9-177C-4270-9A14-60236FF377E8}" dt="2026-04-21T13:26:44.869" v="10775"/>
        <pc:sldMkLst>
          <pc:docMk/>
          <pc:sldMk cId="2773231261" sldId="312"/>
        </pc:sldMkLst>
      </pc:sldChg>
      <pc:sldChg chg="modSp add mod ord modTransition">
        <pc:chgData name="昕 许" userId="a2975fcd840abfc3" providerId="LiveId" clId="{49CCD4F9-177C-4270-9A14-60236FF377E8}" dt="2026-04-21T13:26:44.869" v="10775"/>
        <pc:sldMkLst>
          <pc:docMk/>
          <pc:sldMk cId="2134034872" sldId="313"/>
        </pc:sldMkLst>
        <pc:spChg chg="mod">
          <ac:chgData name="昕 许" userId="a2975fcd840abfc3" providerId="LiveId" clId="{49CCD4F9-177C-4270-9A14-60236FF377E8}" dt="2026-04-21T13:21:54.564" v="10674" actId="1076"/>
          <ac:spMkLst>
            <pc:docMk/>
            <pc:sldMk cId="2134034872" sldId="313"/>
            <ac:spMk id="4" creationId="{74B6C457-CA5C-F4E4-871E-80F39D899F17}"/>
          </ac:spMkLst>
        </pc:spChg>
        <pc:spChg chg="mod">
          <ac:chgData name="昕 许" userId="a2975fcd840abfc3" providerId="LiveId" clId="{49CCD4F9-177C-4270-9A14-60236FF377E8}" dt="2026-04-21T13:21:54.564" v="10674" actId="1076"/>
          <ac:spMkLst>
            <pc:docMk/>
            <pc:sldMk cId="2134034872" sldId="313"/>
            <ac:spMk id="5" creationId="{C6CB94BA-3F6A-7170-5584-35340602A775}"/>
          </ac:spMkLst>
        </pc:spChg>
        <pc:spChg chg="mod">
          <ac:chgData name="昕 许" userId="a2975fcd840abfc3" providerId="LiveId" clId="{49CCD4F9-177C-4270-9A14-60236FF377E8}" dt="2026-04-21T13:21:54.564" v="10674" actId="1076"/>
          <ac:spMkLst>
            <pc:docMk/>
            <pc:sldMk cId="2134034872" sldId="313"/>
            <ac:spMk id="8" creationId="{7A68D0BB-3DC0-DB18-8A33-34C6CFE0211C}"/>
          </ac:spMkLst>
        </pc:spChg>
        <pc:spChg chg="mod">
          <ac:chgData name="昕 许" userId="a2975fcd840abfc3" providerId="LiveId" clId="{49CCD4F9-177C-4270-9A14-60236FF377E8}" dt="2026-04-21T13:21:54.564" v="10674" actId="1076"/>
          <ac:spMkLst>
            <pc:docMk/>
            <pc:sldMk cId="2134034872" sldId="313"/>
            <ac:spMk id="9" creationId="{EC32B675-1A23-99CC-64B2-34FFB9D2F76A}"/>
          </ac:spMkLst>
        </pc:spChg>
        <pc:spChg chg="mod">
          <ac:chgData name="昕 许" userId="a2975fcd840abfc3" providerId="LiveId" clId="{49CCD4F9-177C-4270-9A14-60236FF377E8}" dt="2026-04-21T13:21:54.564" v="10674" actId="1076"/>
          <ac:spMkLst>
            <pc:docMk/>
            <pc:sldMk cId="2134034872" sldId="313"/>
            <ac:spMk id="11" creationId="{DC3F9D37-3CE3-96C4-C8DC-909D2C9CC4CA}"/>
          </ac:spMkLst>
        </pc:spChg>
        <pc:spChg chg="mod">
          <ac:chgData name="昕 许" userId="a2975fcd840abfc3" providerId="LiveId" clId="{49CCD4F9-177C-4270-9A14-60236FF377E8}" dt="2026-04-21T13:21:54.564" v="10674" actId="1076"/>
          <ac:spMkLst>
            <pc:docMk/>
            <pc:sldMk cId="2134034872" sldId="313"/>
            <ac:spMk id="12" creationId="{6A5E33B4-ACCE-AFAF-9A8F-5977B40F4BD0}"/>
          </ac:spMkLst>
        </pc:spChg>
        <pc:grpChg chg="mod">
          <ac:chgData name="昕 许" userId="a2975fcd840abfc3" providerId="LiveId" clId="{49CCD4F9-177C-4270-9A14-60236FF377E8}" dt="2026-04-21T13:21:54.564" v="10674" actId="1076"/>
          <ac:grpSpMkLst>
            <pc:docMk/>
            <pc:sldMk cId="2134034872" sldId="313"/>
            <ac:grpSpMk id="149" creationId="{8C8C63FA-199B-C58B-2382-E06F3A013115}"/>
          </ac:grpSpMkLst>
        </pc:grpChg>
        <pc:grpChg chg="mod">
          <ac:chgData name="昕 许" userId="a2975fcd840abfc3" providerId="LiveId" clId="{49CCD4F9-177C-4270-9A14-60236FF377E8}" dt="2026-04-21T13:21:54.564" v="10674" actId="1076"/>
          <ac:grpSpMkLst>
            <pc:docMk/>
            <pc:sldMk cId="2134034872" sldId="313"/>
            <ac:grpSpMk id="158" creationId="{250319B6-35E8-30C4-1710-713DC7710F03}"/>
          </ac:grpSpMkLst>
        </pc:grpChg>
        <pc:grpChg chg="mod">
          <ac:chgData name="昕 许" userId="a2975fcd840abfc3" providerId="LiveId" clId="{49CCD4F9-177C-4270-9A14-60236FF377E8}" dt="2026-04-21T13:21:54.564" v="10674" actId="1076"/>
          <ac:grpSpMkLst>
            <pc:docMk/>
            <pc:sldMk cId="2134034872" sldId="313"/>
            <ac:grpSpMk id="159" creationId="{9E990A65-63A1-F67C-9A8C-A11A8E5D42D5}"/>
          </ac:grpSpMkLst>
        </pc:grpChg>
        <pc:cxnChg chg="mod">
          <ac:chgData name="昕 许" userId="a2975fcd840abfc3" providerId="LiveId" clId="{49CCD4F9-177C-4270-9A14-60236FF377E8}" dt="2026-04-21T13:21:54.564" v="10674" actId="1076"/>
          <ac:cxnSpMkLst>
            <pc:docMk/>
            <pc:sldMk cId="2134034872" sldId="313"/>
            <ac:cxnSpMk id="18" creationId="{7880B1BF-9021-7C2B-D189-E44E26BEA03A}"/>
          </ac:cxnSpMkLst>
        </pc:cxnChg>
      </pc:sldChg>
      <pc:sldChg chg="addSp delSp modSp add mod modTransition">
        <pc:chgData name="昕 许" userId="a2975fcd840abfc3" providerId="LiveId" clId="{49CCD4F9-177C-4270-9A14-60236FF377E8}" dt="2026-04-22T05:19:31.791" v="11415" actId="478"/>
        <pc:sldMkLst>
          <pc:docMk/>
          <pc:sldMk cId="278354990" sldId="314"/>
        </pc:sldMkLst>
        <pc:spChg chg="mod">
          <ac:chgData name="昕 许" userId="a2975fcd840abfc3" providerId="LiveId" clId="{49CCD4F9-177C-4270-9A14-60236FF377E8}" dt="2026-04-22T05:19:13.320" v="11405" actId="1076"/>
          <ac:spMkLst>
            <pc:docMk/>
            <pc:sldMk cId="278354990" sldId="314"/>
            <ac:spMk id="4" creationId="{7350960E-0404-5491-CB04-979AFFDEB734}"/>
          </ac:spMkLst>
        </pc:spChg>
        <pc:spChg chg="mod">
          <ac:chgData name="昕 许" userId="a2975fcd840abfc3" providerId="LiveId" clId="{49CCD4F9-177C-4270-9A14-60236FF377E8}" dt="2026-04-22T05:19:13.320" v="11405" actId="1076"/>
          <ac:spMkLst>
            <pc:docMk/>
            <pc:sldMk cId="278354990" sldId="314"/>
            <ac:spMk id="5" creationId="{19C9E8D3-8257-0AC7-8C74-83F69AC693CF}"/>
          </ac:spMkLst>
        </pc:spChg>
        <pc:spChg chg="mod">
          <ac:chgData name="昕 许" userId="a2975fcd840abfc3" providerId="LiveId" clId="{49CCD4F9-177C-4270-9A14-60236FF377E8}" dt="2026-04-22T05:19:13.320" v="11405" actId="1076"/>
          <ac:spMkLst>
            <pc:docMk/>
            <pc:sldMk cId="278354990" sldId="314"/>
            <ac:spMk id="11" creationId="{5861C754-1BA8-D472-8B02-B357094C4ADE}"/>
          </ac:spMkLst>
        </pc:spChg>
        <pc:spChg chg="mod">
          <ac:chgData name="昕 许" userId="a2975fcd840abfc3" providerId="LiveId" clId="{49CCD4F9-177C-4270-9A14-60236FF377E8}" dt="2026-04-22T05:19:13.320" v="11405" actId="1076"/>
          <ac:spMkLst>
            <pc:docMk/>
            <pc:sldMk cId="278354990" sldId="314"/>
            <ac:spMk id="12" creationId="{0FCEE34B-D392-5051-25BF-403FA9512DC3}"/>
          </ac:spMkLst>
        </pc:spChg>
        <pc:grpChg chg="mod">
          <ac:chgData name="昕 许" userId="a2975fcd840abfc3" providerId="LiveId" clId="{49CCD4F9-177C-4270-9A14-60236FF377E8}" dt="2026-04-22T05:19:13.320" v="11405" actId="1076"/>
          <ac:grpSpMkLst>
            <pc:docMk/>
            <pc:sldMk cId="278354990" sldId="314"/>
            <ac:grpSpMk id="29" creationId="{19D2E80F-D09D-8D97-44EB-A6095C434F06}"/>
          </ac:grpSpMkLst>
        </pc:grpChg>
        <pc:grpChg chg="mod">
          <ac:chgData name="昕 许" userId="a2975fcd840abfc3" providerId="LiveId" clId="{49CCD4F9-177C-4270-9A14-60236FF377E8}" dt="2026-04-22T05:19:13.320" v="11405" actId="1076"/>
          <ac:grpSpMkLst>
            <pc:docMk/>
            <pc:sldMk cId="278354990" sldId="314"/>
            <ac:grpSpMk id="149" creationId="{3EBF3DBF-D67A-960A-5ECC-EBDB0837C018}"/>
          </ac:grpSpMkLst>
        </pc:grpChg>
        <pc:grpChg chg="mod">
          <ac:chgData name="昕 许" userId="a2975fcd840abfc3" providerId="LiveId" clId="{49CCD4F9-177C-4270-9A14-60236FF377E8}" dt="2026-04-22T05:19:13.320" v="11405" actId="1076"/>
          <ac:grpSpMkLst>
            <pc:docMk/>
            <pc:sldMk cId="278354990" sldId="314"/>
            <ac:grpSpMk id="158" creationId="{9B505673-7E48-39C0-8907-F24E58A680FB}"/>
          </ac:grpSpMkLst>
        </pc:grpChg>
        <pc:grpChg chg="mod">
          <ac:chgData name="昕 许" userId="a2975fcd840abfc3" providerId="LiveId" clId="{49CCD4F9-177C-4270-9A14-60236FF377E8}" dt="2026-04-22T05:19:13.320" v="11405" actId="1076"/>
          <ac:grpSpMkLst>
            <pc:docMk/>
            <pc:sldMk cId="278354990" sldId="314"/>
            <ac:grpSpMk id="159" creationId="{F65CFB09-4E07-F5F1-7926-819F650E75B8}"/>
          </ac:grpSpMkLst>
        </pc:grpChg>
        <pc:cxnChg chg="add del mod">
          <ac:chgData name="昕 许" userId="a2975fcd840abfc3" providerId="LiveId" clId="{49CCD4F9-177C-4270-9A14-60236FF377E8}" dt="2026-04-22T05:19:31.791" v="11415" actId="478"/>
          <ac:cxnSpMkLst>
            <pc:docMk/>
            <pc:sldMk cId="278354990" sldId="314"/>
            <ac:cxnSpMk id="2" creationId="{B0413F0E-2B54-4E65-B4BF-3C68B6C1D3B4}"/>
          </ac:cxnSpMkLst>
        </pc:cxnChg>
        <pc:cxnChg chg="mod">
          <ac:chgData name="昕 许" userId="a2975fcd840abfc3" providerId="LiveId" clId="{49CCD4F9-177C-4270-9A14-60236FF377E8}" dt="2026-04-22T05:19:13.320" v="11405" actId="1076"/>
          <ac:cxnSpMkLst>
            <pc:docMk/>
            <pc:sldMk cId="278354990" sldId="314"/>
            <ac:cxnSpMk id="15" creationId="{11F02C12-D124-A3E1-39E4-02E8C1EF0856}"/>
          </ac:cxnSpMkLst>
        </pc:cxnChg>
        <pc:cxnChg chg="mod">
          <ac:chgData name="昕 许" userId="a2975fcd840abfc3" providerId="LiveId" clId="{49CCD4F9-177C-4270-9A14-60236FF377E8}" dt="2026-04-22T05:19:13.320" v="11405" actId="1076"/>
          <ac:cxnSpMkLst>
            <pc:docMk/>
            <pc:sldMk cId="278354990" sldId="314"/>
            <ac:cxnSpMk id="18" creationId="{24109176-446C-F409-24D6-3B3772BBB6F3}"/>
          </ac:cxnSpMkLst>
        </pc:cxnChg>
      </pc:sldChg>
      <pc:sldChg chg="addSp delSp modSp add mod modTransition delAnim modAnim">
        <pc:chgData name="昕 许" userId="a2975fcd840abfc3" providerId="LiveId" clId="{49CCD4F9-177C-4270-9A14-60236FF377E8}" dt="2026-04-22T05:06:59.014" v="11369" actId="478"/>
        <pc:sldMkLst>
          <pc:docMk/>
          <pc:sldMk cId="3033104767" sldId="315"/>
        </pc:sldMkLst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3" creationId="{1068211F-5D21-BDDE-71E3-67E9F6FC0BDA}"/>
          </ac:spMkLst>
        </pc:spChg>
        <pc:spChg chg="mod">
          <ac:chgData name="昕 许" userId="a2975fcd840abfc3" providerId="LiveId" clId="{49CCD4F9-177C-4270-9A14-60236FF377E8}" dt="2026-04-21T13:22:26.678" v="10677" actId="1076"/>
          <ac:spMkLst>
            <pc:docMk/>
            <pc:sldMk cId="3033104767" sldId="315"/>
            <ac:spMk id="4" creationId="{8183B97F-C2DB-FB20-4CA6-71049DE50573}"/>
          </ac:spMkLst>
        </pc:spChg>
        <pc:spChg chg="mod">
          <ac:chgData name="昕 许" userId="a2975fcd840abfc3" providerId="LiveId" clId="{49CCD4F9-177C-4270-9A14-60236FF377E8}" dt="2026-04-21T13:22:26.678" v="10677" actId="1076"/>
          <ac:spMkLst>
            <pc:docMk/>
            <pc:sldMk cId="3033104767" sldId="315"/>
            <ac:spMk id="5" creationId="{2D03A624-FA6D-3C9E-C53E-1DCB544472F8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10" creationId="{A30A1F37-E298-C32F-777C-763C48F66A40}"/>
          </ac:spMkLst>
        </pc:spChg>
        <pc:spChg chg="mod">
          <ac:chgData name="昕 许" userId="a2975fcd840abfc3" providerId="LiveId" clId="{49CCD4F9-177C-4270-9A14-60236FF377E8}" dt="2026-04-21T13:22:26.678" v="10677" actId="1076"/>
          <ac:spMkLst>
            <pc:docMk/>
            <pc:sldMk cId="3033104767" sldId="315"/>
            <ac:spMk id="11" creationId="{B4016B61-FF98-686F-79A4-018D16EC84A5}"/>
          </ac:spMkLst>
        </pc:spChg>
        <pc:spChg chg="mod">
          <ac:chgData name="昕 许" userId="a2975fcd840abfc3" providerId="LiveId" clId="{49CCD4F9-177C-4270-9A14-60236FF377E8}" dt="2026-04-21T13:22:26.678" v="10677" actId="1076"/>
          <ac:spMkLst>
            <pc:docMk/>
            <pc:sldMk cId="3033104767" sldId="315"/>
            <ac:spMk id="12" creationId="{FAA4597C-487D-83E5-A753-1605CBE320A0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13" creationId="{FCF866BC-53C8-7DD6-2E84-354F1AD2517B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16" creationId="{713FDF22-52AF-9E79-845C-C0E686E27382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17" creationId="{B290BEBD-17BD-4CB8-3EEC-7F589588D9FA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19" creationId="{36A04B46-A723-6E6A-6162-7E0E3798AAB5}"/>
          </ac:spMkLst>
        </pc:spChg>
        <pc:spChg chg="add mod">
          <ac:chgData name="昕 许" userId="a2975fcd840abfc3" providerId="LiveId" clId="{49CCD4F9-177C-4270-9A14-60236FF377E8}" dt="2026-04-21T13:57:01.333" v="11087" actId="20577"/>
          <ac:spMkLst>
            <pc:docMk/>
            <pc:sldMk cId="3033104767" sldId="315"/>
            <ac:spMk id="20" creationId="{673CB3DE-6231-4DC8-9006-78B616CA3027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21" creationId="{A22D815F-8A8F-9316-CC85-BD40929CA198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23" creationId="{A105C850-E927-1447-2842-32F6B6B56406}"/>
          </ac:spMkLst>
        </pc:spChg>
        <pc:spChg chg="add mod">
          <ac:chgData name="昕 许" userId="a2975fcd840abfc3" providerId="LiveId" clId="{49CCD4F9-177C-4270-9A14-60236FF377E8}" dt="2026-04-21T13:40:30.139" v="11053" actId="20577"/>
          <ac:spMkLst>
            <pc:docMk/>
            <pc:sldMk cId="3033104767" sldId="315"/>
            <ac:spMk id="25" creationId="{1B1C847D-09FD-EB1A-1036-288EA96E2F0D}"/>
          </ac:spMkLst>
        </pc:spChg>
        <pc:spChg chg="add del mod">
          <ac:chgData name="昕 许" userId="a2975fcd840abfc3" providerId="LiveId" clId="{49CCD4F9-177C-4270-9A14-60236FF377E8}" dt="2026-04-22T05:06:07.144" v="11366" actId="478"/>
          <ac:spMkLst>
            <pc:docMk/>
            <pc:sldMk cId="3033104767" sldId="315"/>
            <ac:spMk id="28" creationId="{DC72DA25-520D-F1D7-DE5E-7E85005DF757}"/>
          </ac:spMkLst>
        </pc:spChg>
        <pc:spChg chg="add del mod">
          <ac:chgData name="昕 许" userId="a2975fcd840abfc3" providerId="LiveId" clId="{49CCD4F9-177C-4270-9A14-60236FF377E8}" dt="2026-04-22T05:06:59.014" v="11369" actId="478"/>
          <ac:spMkLst>
            <pc:docMk/>
            <pc:sldMk cId="3033104767" sldId="315"/>
            <ac:spMk id="30" creationId="{925A1329-1378-3687-1168-164E64BBBB68}"/>
          </ac:spMkLst>
        </pc:spChg>
        <pc:spChg chg="add mod">
          <ac:chgData name="昕 许" userId="a2975fcd840abfc3" providerId="LiveId" clId="{49CCD4F9-177C-4270-9A14-60236FF377E8}" dt="2026-04-21T13:24:33.061" v="10751"/>
          <ac:spMkLst>
            <pc:docMk/>
            <pc:sldMk cId="3033104767" sldId="315"/>
            <ac:spMk id="31" creationId="{2BFB440F-479A-EBB8-8061-73CD2953ED47}"/>
          </ac:spMkLst>
        </pc:spChg>
        <pc:spChg chg="add del mod">
          <ac:chgData name="昕 许" userId="a2975fcd840abfc3" providerId="LiveId" clId="{49CCD4F9-177C-4270-9A14-60236FF377E8}" dt="2026-04-22T05:06:59.014" v="11369" actId="478"/>
          <ac:spMkLst>
            <pc:docMk/>
            <pc:sldMk cId="3033104767" sldId="315"/>
            <ac:spMk id="35" creationId="{6EE22EA4-2BC5-0BB5-727C-EF4A82BBA69D}"/>
          </ac:spMkLst>
        </pc:spChg>
        <pc:spChg chg="add del mod">
          <ac:chgData name="昕 许" userId="a2975fcd840abfc3" providerId="LiveId" clId="{49CCD4F9-177C-4270-9A14-60236FF377E8}" dt="2026-04-22T05:04:37.375" v="11360" actId="478"/>
          <ac:spMkLst>
            <pc:docMk/>
            <pc:sldMk cId="3033104767" sldId="315"/>
            <ac:spMk id="36" creationId="{13763735-4A3B-EFBC-EE7E-009A2FC344B9}"/>
          </ac:spMkLst>
        </pc:spChg>
        <pc:spChg chg="add del mod">
          <ac:chgData name="昕 许" userId="a2975fcd840abfc3" providerId="LiveId" clId="{49CCD4F9-177C-4270-9A14-60236FF377E8}" dt="2026-04-22T05:04:42.559" v="11365" actId="478"/>
          <ac:spMkLst>
            <pc:docMk/>
            <pc:sldMk cId="3033104767" sldId="315"/>
            <ac:spMk id="37" creationId="{88F2EE16-2E85-B72C-3860-7825E1088318}"/>
          </ac:spMkLst>
        </pc:spChg>
        <pc:spChg chg="add del mod">
          <ac:chgData name="昕 许" userId="a2975fcd840abfc3" providerId="LiveId" clId="{49CCD4F9-177C-4270-9A14-60236FF377E8}" dt="2026-04-22T05:04:39.749" v="11362" actId="478"/>
          <ac:spMkLst>
            <pc:docMk/>
            <pc:sldMk cId="3033104767" sldId="315"/>
            <ac:spMk id="38" creationId="{F8390E8B-AFCF-B5AC-AC63-157A29A82513}"/>
          </ac:spMkLst>
        </pc:spChg>
        <pc:spChg chg="add del mod">
          <ac:chgData name="昕 许" userId="a2975fcd840abfc3" providerId="LiveId" clId="{49CCD4F9-177C-4270-9A14-60236FF377E8}" dt="2026-04-22T05:04:38.901" v="11361" actId="478"/>
          <ac:spMkLst>
            <pc:docMk/>
            <pc:sldMk cId="3033104767" sldId="315"/>
            <ac:spMk id="39" creationId="{5ADDA911-979D-0557-78AC-460CFE9332F0}"/>
          </ac:spMkLst>
        </pc:spChg>
        <pc:spChg chg="add del mod">
          <ac:chgData name="昕 许" userId="a2975fcd840abfc3" providerId="LiveId" clId="{49CCD4F9-177C-4270-9A14-60236FF377E8}" dt="2026-04-22T05:04:40.609" v="11363" actId="478"/>
          <ac:spMkLst>
            <pc:docMk/>
            <pc:sldMk cId="3033104767" sldId="315"/>
            <ac:spMk id="40" creationId="{8F49B4EE-FE95-E482-3296-66503FF16237}"/>
          </ac:spMkLst>
        </pc:spChg>
        <pc:spChg chg="add del mod">
          <ac:chgData name="昕 许" userId="a2975fcd840abfc3" providerId="LiveId" clId="{49CCD4F9-177C-4270-9A14-60236FF377E8}" dt="2026-04-22T05:04:41.489" v="11364" actId="478"/>
          <ac:spMkLst>
            <pc:docMk/>
            <pc:sldMk cId="3033104767" sldId="315"/>
            <ac:spMk id="41" creationId="{4CF76F50-9170-20A9-F698-9EC05033B360}"/>
          </ac:spMkLst>
        </pc:spChg>
        <pc:grpChg chg="mod">
          <ac:chgData name="昕 许" userId="a2975fcd840abfc3" providerId="LiveId" clId="{49CCD4F9-177C-4270-9A14-60236FF377E8}" dt="2026-04-21T13:22:37.860" v="10680" actId="1076"/>
          <ac:grpSpMkLst>
            <pc:docMk/>
            <pc:sldMk cId="3033104767" sldId="315"/>
            <ac:grpSpMk id="27" creationId="{C0FA243B-2DE8-9D31-8462-2CD1E37E3641}"/>
          </ac:grpSpMkLst>
        </pc:grpChg>
        <pc:grpChg chg="mod">
          <ac:chgData name="昕 许" userId="a2975fcd840abfc3" providerId="LiveId" clId="{49CCD4F9-177C-4270-9A14-60236FF377E8}" dt="2026-04-21T13:22:26.678" v="10677" actId="1076"/>
          <ac:grpSpMkLst>
            <pc:docMk/>
            <pc:sldMk cId="3033104767" sldId="315"/>
            <ac:grpSpMk id="29" creationId="{A945F107-BFCD-1534-D320-D2582BDA1347}"/>
          </ac:grpSpMkLst>
        </pc:grpChg>
        <pc:grpChg chg="mod">
          <ac:chgData name="昕 许" userId="a2975fcd840abfc3" providerId="LiveId" clId="{49CCD4F9-177C-4270-9A14-60236FF377E8}" dt="2026-04-21T13:22:26.678" v="10677" actId="1076"/>
          <ac:grpSpMkLst>
            <pc:docMk/>
            <pc:sldMk cId="3033104767" sldId="315"/>
            <ac:grpSpMk id="149" creationId="{6851F335-0D2F-1A3F-4C50-83F9C473EF3A}"/>
          </ac:grpSpMkLst>
        </pc:grpChg>
        <pc:grpChg chg="mod">
          <ac:chgData name="昕 许" userId="a2975fcd840abfc3" providerId="LiveId" clId="{49CCD4F9-177C-4270-9A14-60236FF377E8}" dt="2026-04-21T13:22:26.678" v="10677" actId="1076"/>
          <ac:grpSpMkLst>
            <pc:docMk/>
            <pc:sldMk cId="3033104767" sldId="315"/>
            <ac:grpSpMk id="158" creationId="{00169C21-5B67-9B04-79A8-100A072CF970}"/>
          </ac:grpSpMkLst>
        </pc:grpChg>
        <pc:grpChg chg="mod">
          <ac:chgData name="昕 许" userId="a2975fcd840abfc3" providerId="LiveId" clId="{49CCD4F9-177C-4270-9A14-60236FF377E8}" dt="2026-04-21T13:22:26.678" v="10677" actId="1076"/>
          <ac:grpSpMkLst>
            <pc:docMk/>
            <pc:sldMk cId="3033104767" sldId="315"/>
            <ac:grpSpMk id="159" creationId="{D4F98AF1-848E-61E4-CD56-61730F0BB499}"/>
          </ac:grpSpMkLst>
        </pc:grpChg>
        <pc:cxnChg chg="mod">
          <ac:chgData name="昕 许" userId="a2975fcd840abfc3" providerId="LiveId" clId="{49CCD4F9-177C-4270-9A14-60236FF377E8}" dt="2026-04-21T13:22:26.678" v="10677" actId="1076"/>
          <ac:cxnSpMkLst>
            <pc:docMk/>
            <pc:sldMk cId="3033104767" sldId="315"/>
            <ac:cxnSpMk id="14" creationId="{D7B58FF6-7BC0-9575-B974-C3422AFDA917}"/>
          </ac:cxnSpMkLst>
        </pc:cxnChg>
        <pc:cxnChg chg="mod">
          <ac:chgData name="昕 许" userId="a2975fcd840abfc3" providerId="LiveId" clId="{49CCD4F9-177C-4270-9A14-60236FF377E8}" dt="2026-04-21T13:22:26.678" v="10677" actId="1076"/>
          <ac:cxnSpMkLst>
            <pc:docMk/>
            <pc:sldMk cId="3033104767" sldId="315"/>
            <ac:cxnSpMk id="15" creationId="{CCCA6B6D-F005-6787-ACB3-F52EAB580439}"/>
          </ac:cxnSpMkLst>
        </pc:cxnChg>
        <pc:cxnChg chg="add del mod">
          <ac:chgData name="昕 许" userId="a2975fcd840abfc3" providerId="LiveId" clId="{49CCD4F9-177C-4270-9A14-60236FF377E8}" dt="2026-04-22T05:06:59.014" v="11369" actId="478"/>
          <ac:cxnSpMkLst>
            <pc:docMk/>
            <pc:sldMk cId="3033104767" sldId="315"/>
            <ac:cxnSpMk id="33" creationId="{E582EBCE-FE83-14DA-D0A2-EB1B38DB550E}"/>
          </ac:cxnSpMkLst>
        </pc:cxnChg>
        <pc:cxnChg chg="add del mod">
          <ac:chgData name="昕 许" userId="a2975fcd840abfc3" providerId="LiveId" clId="{49CCD4F9-177C-4270-9A14-60236FF377E8}" dt="2026-04-22T05:06:59.014" v="11369" actId="478"/>
          <ac:cxnSpMkLst>
            <pc:docMk/>
            <pc:sldMk cId="3033104767" sldId="315"/>
            <ac:cxnSpMk id="34" creationId="{BE1A405C-ECBE-A6DA-DD8D-0D5C30384946}"/>
          </ac:cxnSpMkLst>
        </pc:cxnChg>
      </pc:sldChg>
      <pc:sldChg chg="modSp add mod modAnim">
        <pc:chgData name="昕 许" userId="a2975fcd840abfc3" providerId="LiveId" clId="{49CCD4F9-177C-4270-9A14-60236FF377E8}" dt="2026-04-22T04:08:17.644" v="11197" actId="20577"/>
        <pc:sldMkLst>
          <pc:docMk/>
          <pc:sldMk cId="3065202329" sldId="316"/>
        </pc:sldMkLst>
        <pc:spChg chg="mod">
          <ac:chgData name="昕 许" userId="a2975fcd840abfc3" providerId="LiveId" clId="{49CCD4F9-177C-4270-9A14-60236FF377E8}" dt="2026-04-21T13:57:06.489" v="11088"/>
          <ac:spMkLst>
            <pc:docMk/>
            <pc:sldMk cId="3065202329" sldId="316"/>
            <ac:spMk id="20" creationId="{567A01C1-CB38-FC42-0C79-D1053B4CF9B7}"/>
          </ac:spMkLst>
        </pc:spChg>
        <pc:spChg chg="mod">
          <ac:chgData name="昕 许" userId="a2975fcd840abfc3" providerId="LiveId" clId="{49CCD4F9-177C-4270-9A14-60236FF377E8}" dt="2026-04-21T13:36:48.598" v="10979" actId="208"/>
          <ac:spMkLst>
            <pc:docMk/>
            <pc:sldMk cId="3065202329" sldId="316"/>
            <ac:spMk id="22" creationId="{DA8B217F-26D1-21BC-028C-E3E8D0F76EEA}"/>
          </ac:spMkLst>
        </pc:spChg>
        <pc:spChg chg="mod">
          <ac:chgData name="昕 许" userId="a2975fcd840abfc3" providerId="LiveId" clId="{49CCD4F9-177C-4270-9A14-60236FF377E8}" dt="2026-04-22T04:08:17.644" v="11197" actId="20577"/>
          <ac:spMkLst>
            <pc:docMk/>
            <pc:sldMk cId="3065202329" sldId="316"/>
            <ac:spMk id="23" creationId="{307031A3-5AC3-4C32-FEBE-D132A14D9095}"/>
          </ac:spMkLst>
        </pc:spChg>
        <pc:spChg chg="mod">
          <ac:chgData name="昕 许" userId="a2975fcd840abfc3" providerId="LiveId" clId="{49CCD4F9-177C-4270-9A14-60236FF377E8}" dt="2026-04-21T13:36:41.838" v="10978" actId="1076"/>
          <ac:spMkLst>
            <pc:docMk/>
            <pc:sldMk cId="3065202329" sldId="316"/>
            <ac:spMk id="28" creationId="{1D7C52F2-C7B4-635B-2338-17F2B99D90E1}"/>
          </ac:spMkLst>
        </pc:spChg>
        <pc:spChg chg="mod">
          <ac:chgData name="昕 许" userId="a2975fcd840abfc3" providerId="LiveId" clId="{49CCD4F9-177C-4270-9A14-60236FF377E8}" dt="2026-04-21T13:36:53.447" v="10980" actId="208"/>
          <ac:spMkLst>
            <pc:docMk/>
            <pc:sldMk cId="3065202329" sldId="316"/>
            <ac:spMk id="96" creationId="{6941CF1E-8F93-3B06-8E51-F0F754DA25FE}"/>
          </ac:spMkLst>
        </pc:spChg>
      </pc:sldChg>
      <pc:sldChg chg="addSp modSp add del mod modTransition modAnim">
        <pc:chgData name="昕 许" userId="a2975fcd840abfc3" providerId="LiveId" clId="{49CCD4F9-177C-4270-9A14-60236FF377E8}" dt="2026-04-21T13:35:48.086" v="10914" actId="47"/>
        <pc:sldMkLst>
          <pc:docMk/>
          <pc:sldMk cId="4111434053" sldId="316"/>
        </pc:sldMkLst>
        <pc:spChg chg="mod">
          <ac:chgData name="昕 许" userId="a2975fcd840abfc3" providerId="LiveId" clId="{49CCD4F9-177C-4270-9A14-60236FF377E8}" dt="2026-04-21T13:31:22.749" v="10841"/>
          <ac:spMkLst>
            <pc:docMk/>
            <pc:sldMk cId="4111434053" sldId="316"/>
            <ac:spMk id="21" creationId="{451FE33C-D4BE-D260-BF50-7F85E92357BB}"/>
          </ac:spMkLst>
        </pc:spChg>
        <pc:spChg chg="mod">
          <ac:chgData name="昕 许" userId="a2975fcd840abfc3" providerId="LiveId" clId="{49CCD4F9-177C-4270-9A14-60236FF377E8}" dt="2026-04-21T13:25:58.505" v="10771" actId="1076"/>
          <ac:spMkLst>
            <pc:docMk/>
            <pc:sldMk cId="4111434053" sldId="316"/>
            <ac:spMk id="28" creationId="{70259D2F-49C9-DDD5-2EF2-218943404E3F}"/>
          </ac:spMkLst>
        </pc:spChg>
        <pc:spChg chg="add mod">
          <ac:chgData name="昕 许" userId="a2975fcd840abfc3" providerId="LiveId" clId="{49CCD4F9-177C-4270-9A14-60236FF377E8}" dt="2026-04-21T13:32:51.227" v="10891"/>
          <ac:spMkLst>
            <pc:docMk/>
            <pc:sldMk cId="4111434053" sldId="316"/>
            <ac:spMk id="31" creationId="{FBB35DD0-DFEC-8801-3C05-EEAC6BB6D85E}"/>
          </ac:spMkLst>
        </pc:spChg>
        <pc:spChg chg="add mod">
          <ac:chgData name="昕 许" userId="a2975fcd840abfc3" providerId="LiveId" clId="{49CCD4F9-177C-4270-9A14-60236FF377E8}" dt="2026-04-21T13:32:51.227" v="10891"/>
          <ac:spMkLst>
            <pc:docMk/>
            <pc:sldMk cId="4111434053" sldId="316"/>
            <ac:spMk id="32" creationId="{652CC04F-2746-9920-EF04-C7410582C426}"/>
          </ac:spMkLst>
        </pc:spChg>
        <pc:spChg chg="mod">
          <ac:chgData name="昕 许" userId="a2975fcd840abfc3" providerId="LiveId" clId="{49CCD4F9-177C-4270-9A14-60236FF377E8}" dt="2026-04-21T13:28:06.908" v="10787" actId="1076"/>
          <ac:spMkLst>
            <pc:docMk/>
            <pc:sldMk cId="4111434053" sldId="316"/>
            <ac:spMk id="35" creationId="{99689B6E-C5E9-41F5-0013-C4FA8C8F9A99}"/>
          </ac:spMkLst>
        </pc:spChg>
        <pc:spChg chg="add mod">
          <ac:chgData name="昕 许" userId="a2975fcd840abfc3" providerId="LiveId" clId="{49CCD4F9-177C-4270-9A14-60236FF377E8}" dt="2026-04-21T13:32:51.227" v="10891"/>
          <ac:spMkLst>
            <pc:docMk/>
            <pc:sldMk cId="4111434053" sldId="316"/>
            <ac:spMk id="36" creationId="{4F1E5094-804C-F4CA-456A-9B76FF585ABF}"/>
          </ac:spMkLst>
        </pc:spChg>
        <pc:spChg chg="add mod">
          <ac:chgData name="昕 许" userId="a2975fcd840abfc3" providerId="LiveId" clId="{49CCD4F9-177C-4270-9A14-60236FF377E8}" dt="2026-04-21T13:32:51.227" v="10891"/>
          <ac:spMkLst>
            <pc:docMk/>
            <pc:sldMk cId="4111434053" sldId="316"/>
            <ac:spMk id="37" creationId="{DF2662D4-15BC-3B8F-5CE6-BB5E03E460EF}"/>
          </ac:spMkLst>
        </pc:spChg>
        <pc:spChg chg="add mod">
          <ac:chgData name="昕 许" userId="a2975fcd840abfc3" providerId="LiveId" clId="{49CCD4F9-177C-4270-9A14-60236FF377E8}" dt="2026-04-21T13:32:51.227" v="10891"/>
          <ac:spMkLst>
            <pc:docMk/>
            <pc:sldMk cId="4111434053" sldId="316"/>
            <ac:spMk id="38" creationId="{428710F2-76C7-911D-798D-2BD6C3DA8E43}"/>
          </ac:spMkLst>
        </pc:spChg>
        <pc:spChg chg="add mod">
          <ac:chgData name="昕 许" userId="a2975fcd840abfc3" providerId="LiveId" clId="{49CCD4F9-177C-4270-9A14-60236FF377E8}" dt="2026-04-21T13:32:51.227" v="10891"/>
          <ac:spMkLst>
            <pc:docMk/>
            <pc:sldMk cId="4111434053" sldId="316"/>
            <ac:spMk id="39" creationId="{2011C816-5276-E707-72C8-7537B1B357DD}"/>
          </ac:spMkLst>
        </pc:spChg>
        <pc:spChg chg="mod">
          <ac:chgData name="昕 许" userId="a2975fcd840abfc3" providerId="LiveId" clId="{49CCD4F9-177C-4270-9A14-60236FF377E8}" dt="2026-04-21T13:27:16.258" v="10776" actId="208"/>
          <ac:spMkLst>
            <pc:docMk/>
            <pc:sldMk cId="4111434053" sldId="316"/>
            <ac:spMk id="96" creationId="{738786C2-5892-DBE7-3EBA-0F979BD249CC}"/>
          </ac:spMkLst>
        </pc:spChg>
        <pc:cxnChg chg="mod">
          <ac:chgData name="昕 许" userId="a2975fcd840abfc3" providerId="LiveId" clId="{49CCD4F9-177C-4270-9A14-60236FF377E8}" dt="2026-04-21T13:28:05.249" v="10786" actId="1076"/>
          <ac:cxnSpMkLst>
            <pc:docMk/>
            <pc:sldMk cId="4111434053" sldId="316"/>
            <ac:cxnSpMk id="34" creationId="{4B93B619-D0D6-6A22-210B-AE11DA1D869B}"/>
          </ac:cxnSpMkLst>
        </pc:cxnChg>
      </pc:sldChg>
      <pc:sldChg chg="addSp modSp add del mod">
        <pc:chgData name="昕 许" userId="a2975fcd840abfc3" providerId="LiveId" clId="{49CCD4F9-177C-4270-9A14-60236FF377E8}" dt="2026-04-21T13:35:48.727" v="10915" actId="47"/>
        <pc:sldMkLst>
          <pc:docMk/>
          <pc:sldMk cId="2187136368" sldId="317"/>
        </pc:sldMkLst>
        <pc:spChg chg="mod">
          <ac:chgData name="昕 许" userId="a2975fcd840abfc3" providerId="LiveId" clId="{49CCD4F9-177C-4270-9A14-60236FF377E8}" dt="2026-04-21T13:31:27.713" v="10844"/>
          <ac:spMkLst>
            <pc:docMk/>
            <pc:sldMk cId="2187136368" sldId="317"/>
            <ac:spMk id="21" creationId="{13D5C539-362B-3B16-758A-05343C9D9912}"/>
          </ac:spMkLst>
        </pc:spChg>
        <pc:spChg chg="mod">
          <ac:chgData name="昕 许" userId="a2975fcd840abfc3" providerId="LiveId" clId="{49CCD4F9-177C-4270-9A14-60236FF377E8}" dt="2026-04-21T13:27:35.572" v="10778" actId="1076"/>
          <ac:spMkLst>
            <pc:docMk/>
            <pc:sldMk cId="2187136368" sldId="317"/>
            <ac:spMk id="28" creationId="{D38EBCE9-5320-B5CB-74A9-6D1800D21696}"/>
          </ac:spMkLst>
        </pc:spChg>
        <pc:spChg chg="add mod">
          <ac:chgData name="昕 许" userId="a2975fcd840abfc3" providerId="LiveId" clId="{49CCD4F9-177C-4270-9A14-60236FF377E8}" dt="2026-04-21T13:28:18.982" v="10791" actId="164"/>
          <ac:spMkLst>
            <pc:docMk/>
            <pc:sldMk cId="2187136368" sldId="317"/>
            <ac:spMk id="31" creationId="{A444F838-53F6-27A2-6FEC-C6130576ECC1}"/>
          </ac:spMkLst>
        </pc:spChg>
        <pc:spChg chg="add mod">
          <ac:chgData name="昕 许" userId="a2975fcd840abfc3" providerId="LiveId" clId="{49CCD4F9-177C-4270-9A14-60236FF377E8}" dt="2026-04-21T13:28:30.114" v="10798" actId="1076"/>
          <ac:spMkLst>
            <pc:docMk/>
            <pc:sldMk cId="2187136368" sldId="317"/>
            <ac:spMk id="32" creationId="{85CD800C-7F55-3F56-5E88-DFA7773023BE}"/>
          </ac:spMkLst>
        </pc:spChg>
        <pc:spChg chg="add mod">
          <ac:chgData name="昕 许" userId="a2975fcd840abfc3" providerId="LiveId" clId="{49CCD4F9-177C-4270-9A14-60236FF377E8}" dt="2026-04-21T13:32:52.610" v="10892"/>
          <ac:spMkLst>
            <pc:docMk/>
            <pc:sldMk cId="2187136368" sldId="317"/>
            <ac:spMk id="37" creationId="{98F6AF7D-63C7-A6AC-8941-2875F73DC507}"/>
          </ac:spMkLst>
        </pc:spChg>
        <pc:spChg chg="add mod">
          <ac:chgData name="昕 许" userId="a2975fcd840abfc3" providerId="LiveId" clId="{49CCD4F9-177C-4270-9A14-60236FF377E8}" dt="2026-04-21T13:32:52.610" v="10892"/>
          <ac:spMkLst>
            <pc:docMk/>
            <pc:sldMk cId="2187136368" sldId="317"/>
            <ac:spMk id="38" creationId="{9DCA25D5-9FEC-3777-A12D-E6C1ABF3CD1E}"/>
          </ac:spMkLst>
        </pc:spChg>
        <pc:spChg chg="add mod">
          <ac:chgData name="昕 许" userId="a2975fcd840abfc3" providerId="LiveId" clId="{49CCD4F9-177C-4270-9A14-60236FF377E8}" dt="2026-04-21T13:32:52.610" v="10892"/>
          <ac:spMkLst>
            <pc:docMk/>
            <pc:sldMk cId="2187136368" sldId="317"/>
            <ac:spMk id="39" creationId="{95C77FBF-34C3-58DC-8D8D-65EA20642A28}"/>
          </ac:spMkLst>
        </pc:spChg>
        <pc:spChg chg="add mod">
          <ac:chgData name="昕 许" userId="a2975fcd840abfc3" providerId="LiveId" clId="{49CCD4F9-177C-4270-9A14-60236FF377E8}" dt="2026-04-21T13:32:52.610" v="10892"/>
          <ac:spMkLst>
            <pc:docMk/>
            <pc:sldMk cId="2187136368" sldId="317"/>
            <ac:spMk id="40" creationId="{C945F790-FF9E-4AB4-D0E6-E967CA5B20F8}"/>
          </ac:spMkLst>
        </pc:spChg>
        <pc:spChg chg="add mod">
          <ac:chgData name="昕 许" userId="a2975fcd840abfc3" providerId="LiveId" clId="{49CCD4F9-177C-4270-9A14-60236FF377E8}" dt="2026-04-21T13:32:52.610" v="10892"/>
          <ac:spMkLst>
            <pc:docMk/>
            <pc:sldMk cId="2187136368" sldId="317"/>
            <ac:spMk id="41" creationId="{92A66A7F-7126-882D-7D05-EA26E2815BDB}"/>
          </ac:spMkLst>
        </pc:spChg>
        <pc:spChg chg="add mod">
          <ac:chgData name="昕 许" userId="a2975fcd840abfc3" providerId="LiveId" clId="{49CCD4F9-177C-4270-9A14-60236FF377E8}" dt="2026-04-21T13:32:52.610" v="10892"/>
          <ac:spMkLst>
            <pc:docMk/>
            <pc:sldMk cId="2187136368" sldId="317"/>
            <ac:spMk id="42" creationId="{599CC0E1-A82D-BC90-ED4A-786B2F5656EB}"/>
          </ac:spMkLst>
        </pc:spChg>
        <pc:grpChg chg="add mod">
          <ac:chgData name="昕 许" userId="a2975fcd840abfc3" providerId="LiveId" clId="{49CCD4F9-177C-4270-9A14-60236FF377E8}" dt="2026-04-21T13:28:22.829" v="10792" actId="1076"/>
          <ac:grpSpMkLst>
            <pc:docMk/>
            <pc:sldMk cId="2187136368" sldId="317"/>
            <ac:grpSpMk id="36" creationId="{02ECBF46-9323-4EFB-A7A7-8C199C38E13E}"/>
          </ac:grpSpMkLst>
        </pc:grpChg>
        <pc:cxnChg chg="mod">
          <ac:chgData name="昕 许" userId="a2975fcd840abfc3" providerId="LiveId" clId="{49CCD4F9-177C-4270-9A14-60236FF377E8}" dt="2026-04-21T13:28:14.376" v="10789" actId="1076"/>
          <ac:cxnSpMkLst>
            <pc:docMk/>
            <pc:sldMk cId="2187136368" sldId="317"/>
            <ac:cxnSpMk id="34" creationId="{3D14DA91-3CC4-F062-ABE6-4B97DE6BEBDB}"/>
          </ac:cxnSpMkLst>
        </pc:cxnChg>
      </pc:sldChg>
      <pc:sldChg chg="addSp modSp add mod">
        <pc:chgData name="昕 许" userId="a2975fcd840abfc3" providerId="LiveId" clId="{49CCD4F9-177C-4270-9A14-60236FF377E8}" dt="2026-04-22T04:08:23.696" v="11198"/>
        <pc:sldMkLst>
          <pc:docMk/>
          <pc:sldMk cId="2867404359" sldId="317"/>
        </pc:sldMkLst>
        <pc:spChg chg="mod">
          <ac:chgData name="昕 许" userId="a2975fcd840abfc3" providerId="LiveId" clId="{49CCD4F9-177C-4270-9A14-60236FF377E8}" dt="2026-04-21T13:57:14.274" v="11089"/>
          <ac:spMkLst>
            <pc:docMk/>
            <pc:sldMk cId="2867404359" sldId="317"/>
            <ac:spMk id="20" creationId="{7A38273D-C6C2-1C24-BFE0-B1C6F52991B7}"/>
          </ac:spMkLst>
        </pc:spChg>
        <pc:spChg chg="mod">
          <ac:chgData name="昕 许" userId="a2975fcd840abfc3" providerId="LiveId" clId="{49CCD4F9-177C-4270-9A14-60236FF377E8}" dt="2026-04-22T04:08:23.696" v="11198"/>
          <ac:spMkLst>
            <pc:docMk/>
            <pc:sldMk cId="2867404359" sldId="317"/>
            <ac:spMk id="23" creationId="{79CBF829-F04F-49AD-0E3C-CB22F74E1289}"/>
          </ac:spMkLst>
        </pc:spChg>
        <pc:spChg chg="mod">
          <ac:chgData name="昕 许" userId="a2975fcd840abfc3" providerId="LiveId" clId="{49CCD4F9-177C-4270-9A14-60236FF377E8}" dt="2026-04-21T13:37:05.866" v="10982" actId="1076"/>
          <ac:spMkLst>
            <pc:docMk/>
            <pc:sldMk cId="2867404359" sldId="317"/>
            <ac:spMk id="28" creationId="{1DF46909-887B-420C-C07A-1F6D5D531A8C}"/>
          </ac:spMkLst>
        </pc:spChg>
        <pc:spChg chg="add mod">
          <ac:chgData name="昕 许" userId="a2975fcd840abfc3" providerId="LiveId" clId="{49CCD4F9-177C-4270-9A14-60236FF377E8}" dt="2026-04-21T13:37:09.836" v="10983"/>
          <ac:spMkLst>
            <pc:docMk/>
            <pc:sldMk cId="2867404359" sldId="317"/>
            <ac:spMk id="31" creationId="{30B615D1-316F-0549-B797-A585F7FC71C7}"/>
          </ac:spMkLst>
        </pc:spChg>
        <pc:spChg chg="mod">
          <ac:chgData name="昕 许" userId="a2975fcd840abfc3" providerId="LiveId" clId="{49CCD4F9-177C-4270-9A14-60236FF377E8}" dt="2026-04-21T13:37:17.822" v="10984"/>
          <ac:spMkLst>
            <pc:docMk/>
            <pc:sldMk cId="2867404359" sldId="317"/>
            <ac:spMk id="42" creationId="{4729B8A8-27D6-4450-E7D2-BE66C304C12F}"/>
          </ac:spMkLst>
        </pc:spChg>
        <pc:spChg chg="mod">
          <ac:chgData name="昕 许" userId="a2975fcd840abfc3" providerId="LiveId" clId="{49CCD4F9-177C-4270-9A14-60236FF377E8}" dt="2026-04-21T13:37:43.508" v="10995" actId="1076"/>
          <ac:spMkLst>
            <pc:docMk/>
            <pc:sldMk cId="2867404359" sldId="317"/>
            <ac:spMk id="43" creationId="{D31EE3C7-6396-33EC-7823-94296E1F5D57}"/>
          </ac:spMkLst>
        </pc:spChg>
        <pc:spChg chg="mod">
          <ac:chgData name="昕 许" userId="a2975fcd840abfc3" providerId="LiveId" clId="{49CCD4F9-177C-4270-9A14-60236FF377E8}" dt="2026-04-21T13:37:45.777" v="10996"/>
          <ac:spMkLst>
            <pc:docMk/>
            <pc:sldMk cId="2867404359" sldId="317"/>
            <ac:spMk id="45" creationId="{E8D56AF7-4899-66D0-62E7-D4C4A79B0011}"/>
          </ac:spMkLst>
        </pc:spChg>
        <pc:spChg chg="mod">
          <ac:chgData name="昕 许" userId="a2975fcd840abfc3" providerId="LiveId" clId="{49CCD4F9-177C-4270-9A14-60236FF377E8}" dt="2026-04-21T13:37:52.176" v="11000" actId="20577"/>
          <ac:spMkLst>
            <pc:docMk/>
            <pc:sldMk cId="2867404359" sldId="317"/>
            <ac:spMk id="46" creationId="{21C823BE-77D9-BCD8-F46E-BEDF08CB0B1F}"/>
          </ac:spMkLst>
        </pc:spChg>
        <pc:grpChg chg="add mod">
          <ac:chgData name="昕 许" userId="a2975fcd840abfc3" providerId="LiveId" clId="{49CCD4F9-177C-4270-9A14-60236FF377E8}" dt="2026-04-21T13:37:36.664" v="10989" actId="1076"/>
          <ac:grpSpMkLst>
            <pc:docMk/>
            <pc:sldMk cId="2867404359" sldId="317"/>
            <ac:grpSpMk id="32" creationId="{9924A0F8-51CC-D9BF-3A1F-C4517D8DDE91}"/>
          </ac:grpSpMkLst>
        </pc:grpChg>
        <pc:grpChg chg="add mod">
          <ac:chgData name="昕 许" userId="a2975fcd840abfc3" providerId="LiveId" clId="{49CCD4F9-177C-4270-9A14-60236FF377E8}" dt="2026-04-21T13:37:56.779" v="11001" actId="1076"/>
          <ac:grpSpMkLst>
            <pc:docMk/>
            <pc:sldMk cId="2867404359" sldId="317"/>
            <ac:grpSpMk id="44" creationId="{80F2C31A-A215-F435-14FD-4F28338B66D4}"/>
          </ac:grpSpMkLst>
        </pc:grpChg>
      </pc:sldChg>
      <pc:sldChg chg="addSp modSp add del mod">
        <pc:chgData name="昕 许" userId="a2975fcd840abfc3" providerId="LiveId" clId="{49CCD4F9-177C-4270-9A14-60236FF377E8}" dt="2026-04-21T13:35:49.175" v="10916" actId="47"/>
        <pc:sldMkLst>
          <pc:docMk/>
          <pc:sldMk cId="1558254654" sldId="318"/>
        </pc:sldMkLst>
        <pc:spChg chg="mod">
          <ac:chgData name="昕 许" userId="a2975fcd840abfc3" providerId="LiveId" clId="{49CCD4F9-177C-4270-9A14-60236FF377E8}" dt="2026-04-21T13:31:30.830" v="10847"/>
          <ac:spMkLst>
            <pc:docMk/>
            <pc:sldMk cId="1558254654" sldId="318"/>
            <ac:spMk id="21" creationId="{8F0E5C8A-A3D5-397A-25BD-649FEAEEA212}"/>
          </ac:spMkLst>
        </pc:spChg>
        <pc:spChg chg="mod">
          <ac:chgData name="昕 许" userId="a2975fcd840abfc3" providerId="LiveId" clId="{49CCD4F9-177C-4270-9A14-60236FF377E8}" dt="2026-04-21T13:28:51.357" v="10800" actId="1076"/>
          <ac:spMkLst>
            <pc:docMk/>
            <pc:sldMk cId="1558254654" sldId="318"/>
            <ac:spMk id="28" creationId="{9E2E4D1E-81A4-DCC2-4BC7-B7B0B56D874B}"/>
          </ac:spMkLst>
        </pc:spChg>
        <pc:spChg chg="add mod">
          <ac:chgData name="昕 许" userId="a2975fcd840abfc3" providerId="LiveId" clId="{49CCD4F9-177C-4270-9A14-60236FF377E8}" dt="2026-04-21T13:32:53.848" v="10893"/>
          <ac:spMkLst>
            <pc:docMk/>
            <pc:sldMk cId="1558254654" sldId="318"/>
            <ac:spMk id="37" creationId="{4A35B65C-B7E5-1AFB-B41E-1CDE4BD0B02A}"/>
          </ac:spMkLst>
        </pc:spChg>
        <pc:spChg chg="add mod">
          <ac:chgData name="昕 许" userId="a2975fcd840abfc3" providerId="LiveId" clId="{49CCD4F9-177C-4270-9A14-60236FF377E8}" dt="2026-04-21T13:32:53.848" v="10893"/>
          <ac:spMkLst>
            <pc:docMk/>
            <pc:sldMk cId="1558254654" sldId="318"/>
            <ac:spMk id="38" creationId="{CA4CFE7A-E2B9-2E83-172D-55BEAE4728DA}"/>
          </ac:spMkLst>
        </pc:spChg>
        <pc:spChg chg="add mod">
          <ac:chgData name="昕 许" userId="a2975fcd840abfc3" providerId="LiveId" clId="{49CCD4F9-177C-4270-9A14-60236FF377E8}" dt="2026-04-21T13:32:53.848" v="10893"/>
          <ac:spMkLst>
            <pc:docMk/>
            <pc:sldMk cId="1558254654" sldId="318"/>
            <ac:spMk id="39" creationId="{A3CACC4F-22A6-EF6B-2CA0-325922C83BF5}"/>
          </ac:spMkLst>
        </pc:spChg>
        <pc:spChg chg="add mod">
          <ac:chgData name="昕 许" userId="a2975fcd840abfc3" providerId="LiveId" clId="{49CCD4F9-177C-4270-9A14-60236FF377E8}" dt="2026-04-21T13:32:53.848" v="10893"/>
          <ac:spMkLst>
            <pc:docMk/>
            <pc:sldMk cId="1558254654" sldId="318"/>
            <ac:spMk id="40" creationId="{1FA3A8D8-6023-B6D3-E2EF-A8F116251D18}"/>
          </ac:spMkLst>
        </pc:spChg>
        <pc:spChg chg="add mod">
          <ac:chgData name="昕 许" userId="a2975fcd840abfc3" providerId="LiveId" clId="{49CCD4F9-177C-4270-9A14-60236FF377E8}" dt="2026-04-21T13:32:53.848" v="10893"/>
          <ac:spMkLst>
            <pc:docMk/>
            <pc:sldMk cId="1558254654" sldId="318"/>
            <ac:spMk id="41" creationId="{ECFFA70F-E564-7B18-4A02-FC557E54E7A9}"/>
          </ac:spMkLst>
        </pc:spChg>
        <pc:spChg chg="add mod">
          <ac:chgData name="昕 许" userId="a2975fcd840abfc3" providerId="LiveId" clId="{49CCD4F9-177C-4270-9A14-60236FF377E8}" dt="2026-04-21T13:32:53.848" v="10893"/>
          <ac:spMkLst>
            <pc:docMk/>
            <pc:sldMk cId="1558254654" sldId="318"/>
            <ac:spMk id="42" creationId="{7BF084D4-B483-7FAC-3DD6-2C444E3420C5}"/>
          </ac:spMkLst>
        </pc:spChg>
      </pc:sldChg>
      <pc:sldChg chg="modSp add mod">
        <pc:chgData name="昕 许" userId="a2975fcd840abfc3" providerId="LiveId" clId="{49CCD4F9-177C-4270-9A14-60236FF377E8}" dt="2026-04-22T04:08:27.154" v="11199"/>
        <pc:sldMkLst>
          <pc:docMk/>
          <pc:sldMk cId="4225510631" sldId="318"/>
        </pc:sldMkLst>
        <pc:spChg chg="mod">
          <ac:chgData name="昕 许" userId="a2975fcd840abfc3" providerId="LiveId" clId="{49CCD4F9-177C-4270-9A14-60236FF377E8}" dt="2026-04-21T13:57:19.423" v="11090"/>
          <ac:spMkLst>
            <pc:docMk/>
            <pc:sldMk cId="4225510631" sldId="318"/>
            <ac:spMk id="20" creationId="{9393A0FB-2AAC-6E36-C325-B366C742DB8E}"/>
          </ac:spMkLst>
        </pc:spChg>
        <pc:spChg chg="mod">
          <ac:chgData name="昕 许" userId="a2975fcd840abfc3" providerId="LiveId" clId="{49CCD4F9-177C-4270-9A14-60236FF377E8}" dt="2026-04-22T04:08:27.154" v="11199"/>
          <ac:spMkLst>
            <pc:docMk/>
            <pc:sldMk cId="4225510631" sldId="318"/>
            <ac:spMk id="23" creationId="{44982C06-5CD9-9914-15D4-4313504F095D}"/>
          </ac:spMkLst>
        </pc:spChg>
        <pc:spChg chg="mod">
          <ac:chgData name="昕 许" userId="a2975fcd840abfc3" providerId="LiveId" clId="{49CCD4F9-177C-4270-9A14-60236FF377E8}" dt="2026-04-21T13:38:05.479" v="11003" actId="1076"/>
          <ac:spMkLst>
            <pc:docMk/>
            <pc:sldMk cId="4225510631" sldId="318"/>
            <ac:spMk id="28" creationId="{5DABE50C-80A7-75B5-A17F-3269F2639D8E}"/>
          </ac:spMkLst>
        </pc:spChg>
        <pc:grpChg chg="mod">
          <ac:chgData name="昕 许" userId="a2975fcd840abfc3" providerId="LiveId" clId="{49CCD4F9-177C-4270-9A14-60236FF377E8}" dt="2026-04-21T13:38:13.387" v="11005" actId="1076"/>
          <ac:grpSpMkLst>
            <pc:docMk/>
            <pc:sldMk cId="4225510631" sldId="318"/>
            <ac:grpSpMk id="32" creationId="{5C38871D-2ED0-F860-2133-5CDA923C95B1}"/>
          </ac:grpSpMkLst>
        </pc:grpChg>
      </pc:sldChg>
      <pc:sldChg chg="add del">
        <pc:chgData name="昕 许" userId="a2975fcd840abfc3" providerId="LiveId" clId="{49CCD4F9-177C-4270-9A14-60236FF377E8}" dt="2026-04-21T13:38:16.791" v="11006" actId="47"/>
        <pc:sldMkLst>
          <pc:docMk/>
          <pc:sldMk cId="1422703985" sldId="319"/>
        </pc:sldMkLst>
      </pc:sldChg>
      <pc:sldChg chg="addSp modSp add del mod">
        <pc:chgData name="昕 许" userId="a2975fcd840abfc3" providerId="LiveId" clId="{49CCD4F9-177C-4270-9A14-60236FF377E8}" dt="2026-04-21T13:35:49.540" v="10917" actId="47"/>
        <pc:sldMkLst>
          <pc:docMk/>
          <pc:sldMk cId="1747332846" sldId="319"/>
        </pc:sldMkLst>
        <pc:spChg chg="mod">
          <ac:chgData name="昕 许" userId="a2975fcd840abfc3" providerId="LiveId" clId="{49CCD4F9-177C-4270-9A14-60236FF377E8}" dt="2026-04-21T13:31:34.007" v="10850"/>
          <ac:spMkLst>
            <pc:docMk/>
            <pc:sldMk cId="1747332846" sldId="319"/>
            <ac:spMk id="21" creationId="{339AFD4A-C72A-D360-A7CD-4A8D8F429D34}"/>
          </ac:spMkLst>
        </pc:spChg>
        <pc:spChg chg="mod">
          <ac:chgData name="昕 许" userId="a2975fcd840abfc3" providerId="LiveId" clId="{49CCD4F9-177C-4270-9A14-60236FF377E8}" dt="2026-04-21T13:29:22.013" v="10802" actId="1076"/>
          <ac:spMkLst>
            <pc:docMk/>
            <pc:sldMk cId="1747332846" sldId="319"/>
            <ac:spMk id="28" creationId="{80D86637-7A99-B503-9FA2-57D9075D31E2}"/>
          </ac:spMkLst>
        </pc:spChg>
        <pc:spChg chg="add mod">
          <ac:chgData name="昕 许" userId="a2975fcd840abfc3" providerId="LiveId" clId="{49CCD4F9-177C-4270-9A14-60236FF377E8}" dt="2026-04-21T13:32:55.256" v="10894"/>
          <ac:spMkLst>
            <pc:docMk/>
            <pc:sldMk cId="1747332846" sldId="319"/>
            <ac:spMk id="37" creationId="{50FED17E-A0C9-890C-3A64-40705F122FBA}"/>
          </ac:spMkLst>
        </pc:spChg>
        <pc:spChg chg="add mod">
          <ac:chgData name="昕 许" userId="a2975fcd840abfc3" providerId="LiveId" clId="{49CCD4F9-177C-4270-9A14-60236FF377E8}" dt="2026-04-21T13:32:55.256" v="10894"/>
          <ac:spMkLst>
            <pc:docMk/>
            <pc:sldMk cId="1747332846" sldId="319"/>
            <ac:spMk id="38" creationId="{D0C4C2DB-22CD-274E-B65C-E95558A5E6F9}"/>
          </ac:spMkLst>
        </pc:spChg>
        <pc:spChg chg="add mod">
          <ac:chgData name="昕 许" userId="a2975fcd840abfc3" providerId="LiveId" clId="{49CCD4F9-177C-4270-9A14-60236FF377E8}" dt="2026-04-21T13:32:55.256" v="10894"/>
          <ac:spMkLst>
            <pc:docMk/>
            <pc:sldMk cId="1747332846" sldId="319"/>
            <ac:spMk id="39" creationId="{772DA17D-25FB-A5E2-4437-F7CCE2C92706}"/>
          </ac:spMkLst>
        </pc:spChg>
        <pc:spChg chg="add mod">
          <ac:chgData name="昕 许" userId="a2975fcd840abfc3" providerId="LiveId" clId="{49CCD4F9-177C-4270-9A14-60236FF377E8}" dt="2026-04-21T13:32:55.256" v="10894"/>
          <ac:spMkLst>
            <pc:docMk/>
            <pc:sldMk cId="1747332846" sldId="319"/>
            <ac:spMk id="40" creationId="{4964128E-8581-BDC3-F1A6-0EE01F4CBAA9}"/>
          </ac:spMkLst>
        </pc:spChg>
        <pc:spChg chg="add mod">
          <ac:chgData name="昕 许" userId="a2975fcd840abfc3" providerId="LiveId" clId="{49CCD4F9-177C-4270-9A14-60236FF377E8}" dt="2026-04-21T13:32:55.256" v="10894"/>
          <ac:spMkLst>
            <pc:docMk/>
            <pc:sldMk cId="1747332846" sldId="319"/>
            <ac:spMk id="41" creationId="{18B487C5-3812-6B29-35C0-15821E1E87D4}"/>
          </ac:spMkLst>
        </pc:spChg>
        <pc:spChg chg="add mod">
          <ac:chgData name="昕 许" userId="a2975fcd840abfc3" providerId="LiveId" clId="{49CCD4F9-177C-4270-9A14-60236FF377E8}" dt="2026-04-21T13:32:55.256" v="10894"/>
          <ac:spMkLst>
            <pc:docMk/>
            <pc:sldMk cId="1747332846" sldId="319"/>
            <ac:spMk id="42" creationId="{901F23BA-F5DF-08AD-D447-3BBEA8A57271}"/>
          </ac:spMkLst>
        </pc:spChg>
        <pc:grpChg chg="mod">
          <ac:chgData name="昕 许" userId="a2975fcd840abfc3" providerId="LiveId" clId="{49CCD4F9-177C-4270-9A14-60236FF377E8}" dt="2026-04-21T13:29:24.858" v="10803" actId="1076"/>
          <ac:grpSpMkLst>
            <pc:docMk/>
            <pc:sldMk cId="1747332846" sldId="319"/>
            <ac:grpSpMk id="36" creationId="{6F244FCA-DA74-91CE-D99D-27CCF8644E1A}"/>
          </ac:grpSpMkLst>
        </pc:grpChg>
      </pc:sldChg>
      <pc:sldChg chg="addSp delSp modSp add mod">
        <pc:chgData name="昕 许" userId="a2975fcd840abfc3" providerId="LiveId" clId="{49CCD4F9-177C-4270-9A14-60236FF377E8}" dt="2026-04-22T04:08:30.548" v="11200"/>
        <pc:sldMkLst>
          <pc:docMk/>
          <pc:sldMk cId="3295288191" sldId="319"/>
        </pc:sldMkLst>
        <pc:spChg chg="mod">
          <ac:chgData name="昕 许" userId="a2975fcd840abfc3" providerId="LiveId" clId="{49CCD4F9-177C-4270-9A14-60236FF377E8}" dt="2026-04-21T13:57:22.885" v="11091"/>
          <ac:spMkLst>
            <pc:docMk/>
            <pc:sldMk cId="3295288191" sldId="319"/>
            <ac:spMk id="20" creationId="{21217C1C-47EE-71B3-1F20-C704F732E9C5}"/>
          </ac:spMkLst>
        </pc:spChg>
        <pc:spChg chg="mod">
          <ac:chgData name="昕 许" userId="a2975fcd840abfc3" providerId="LiveId" clId="{49CCD4F9-177C-4270-9A14-60236FF377E8}" dt="2026-04-22T04:08:30.548" v="11200"/>
          <ac:spMkLst>
            <pc:docMk/>
            <pc:sldMk cId="3295288191" sldId="319"/>
            <ac:spMk id="23" creationId="{FF04177E-FFBA-7A0B-7E4C-545FBAC5E12C}"/>
          </ac:spMkLst>
        </pc:spChg>
        <pc:spChg chg="mod">
          <ac:chgData name="昕 许" userId="a2975fcd840abfc3" providerId="LiveId" clId="{49CCD4F9-177C-4270-9A14-60236FF377E8}" dt="2026-04-21T13:38:25.387" v="11012" actId="1076"/>
          <ac:spMkLst>
            <pc:docMk/>
            <pc:sldMk cId="3295288191" sldId="319"/>
            <ac:spMk id="28" creationId="{D4FF58E9-2D31-D567-1F69-ED3625DF32A8}"/>
          </ac:spMkLst>
        </pc:spChg>
        <pc:spChg chg="mod">
          <ac:chgData name="昕 许" userId="a2975fcd840abfc3" providerId="LiveId" clId="{49CCD4F9-177C-4270-9A14-60236FF377E8}" dt="2026-04-21T13:38:27.164" v="11013"/>
          <ac:spMkLst>
            <pc:docMk/>
            <pc:sldMk cId="3295288191" sldId="319"/>
            <ac:spMk id="47" creationId="{452BCEDA-D2DD-5F3C-9205-1638C0E83EA5}"/>
          </ac:spMkLst>
        </pc:spChg>
        <pc:spChg chg="mod">
          <ac:chgData name="昕 许" userId="a2975fcd840abfc3" providerId="LiveId" clId="{49CCD4F9-177C-4270-9A14-60236FF377E8}" dt="2026-04-21T13:38:27.164" v="11013"/>
          <ac:spMkLst>
            <pc:docMk/>
            <pc:sldMk cId="3295288191" sldId="319"/>
            <ac:spMk id="48" creationId="{B9E97635-CA8A-71FE-BBD3-4D47C4431765}"/>
          </ac:spMkLst>
        </pc:spChg>
        <pc:grpChg chg="add del mod">
          <ac:chgData name="昕 许" userId="a2975fcd840abfc3" providerId="LiveId" clId="{49CCD4F9-177C-4270-9A14-60236FF377E8}" dt="2026-04-21T13:38:22.859" v="11011" actId="21"/>
          <ac:grpSpMkLst>
            <pc:docMk/>
            <pc:sldMk cId="3295288191" sldId="319"/>
            <ac:grpSpMk id="27" creationId="{FA36F3BF-908C-AAF6-7D6F-BD53AD139C6B}"/>
          </ac:grpSpMkLst>
        </pc:grpChg>
        <pc:grpChg chg="add mod">
          <ac:chgData name="昕 许" userId="a2975fcd840abfc3" providerId="LiveId" clId="{49CCD4F9-177C-4270-9A14-60236FF377E8}" dt="2026-04-21T13:38:30.056" v="11014" actId="1076"/>
          <ac:grpSpMkLst>
            <pc:docMk/>
            <pc:sldMk cId="3295288191" sldId="319"/>
            <ac:grpSpMk id="31" creationId="{8243B4D8-CD26-F988-9A5F-62941F969552}"/>
          </ac:grpSpMkLst>
        </pc:grpChg>
        <pc:grpChg chg="del">
          <ac:chgData name="昕 许" userId="a2975fcd840abfc3" providerId="LiveId" clId="{49CCD4F9-177C-4270-9A14-60236FF377E8}" dt="2026-04-21T13:38:32.160" v="11015" actId="478"/>
          <ac:grpSpMkLst>
            <pc:docMk/>
            <pc:sldMk cId="3295288191" sldId="319"/>
            <ac:grpSpMk id="32" creationId="{028F7EB1-538C-73B1-D009-B096CD3E6011}"/>
          </ac:grpSpMkLst>
        </pc:grpChg>
        <pc:grpChg chg="mod">
          <ac:chgData name="昕 许" userId="a2975fcd840abfc3" providerId="LiveId" clId="{49CCD4F9-177C-4270-9A14-60236FF377E8}" dt="2026-04-21T13:41:53.019" v="11073" actId="1076"/>
          <ac:grpSpMkLst>
            <pc:docMk/>
            <pc:sldMk cId="3295288191" sldId="319"/>
            <ac:grpSpMk id="44" creationId="{827DBBF3-0250-DB08-209D-723A2E6CED4D}"/>
          </ac:grpSpMkLst>
        </pc:grpChg>
      </pc:sldChg>
      <pc:sldChg chg="addSp delSp modSp add mod">
        <pc:chgData name="昕 许" userId="a2975fcd840abfc3" providerId="LiveId" clId="{49CCD4F9-177C-4270-9A14-60236FF377E8}" dt="2026-04-22T04:58:40.954" v="11328" actId="208"/>
        <pc:sldMkLst>
          <pc:docMk/>
          <pc:sldMk cId="554667680" sldId="320"/>
        </pc:sldMkLst>
        <pc:spChg chg="mod">
          <ac:chgData name="昕 许" userId="a2975fcd840abfc3" providerId="LiveId" clId="{49CCD4F9-177C-4270-9A14-60236FF377E8}" dt="2026-04-21T14:00:32.802" v="11132" actId="208"/>
          <ac:spMkLst>
            <pc:docMk/>
            <pc:sldMk cId="554667680" sldId="320"/>
            <ac:spMk id="6" creationId="{FAC527A7-923E-BA35-1E82-22336F39032B}"/>
          </ac:spMkLst>
        </pc:spChg>
        <pc:spChg chg="mod">
          <ac:chgData name="昕 许" userId="a2975fcd840abfc3" providerId="LiveId" clId="{49CCD4F9-177C-4270-9A14-60236FF377E8}" dt="2026-04-21T13:57:26.482" v="11092"/>
          <ac:spMkLst>
            <pc:docMk/>
            <pc:sldMk cId="554667680" sldId="320"/>
            <ac:spMk id="20" creationId="{22C9ACC7-1455-5117-F531-B8E7955B3BF9}"/>
          </ac:spMkLst>
        </pc:spChg>
        <pc:spChg chg="mod">
          <ac:chgData name="昕 许" userId="a2975fcd840abfc3" providerId="LiveId" clId="{49CCD4F9-177C-4270-9A14-60236FF377E8}" dt="2026-04-22T04:08:34.163" v="11201"/>
          <ac:spMkLst>
            <pc:docMk/>
            <pc:sldMk cId="554667680" sldId="320"/>
            <ac:spMk id="23" creationId="{B6B3779D-CBDA-3566-39E6-8E7AB1B839A4}"/>
          </ac:spMkLst>
        </pc:spChg>
        <pc:spChg chg="mod">
          <ac:chgData name="昕 许" userId="a2975fcd840abfc3" providerId="LiveId" clId="{49CCD4F9-177C-4270-9A14-60236FF377E8}" dt="2026-04-21T13:38:36.859" v="11017" actId="1076"/>
          <ac:spMkLst>
            <pc:docMk/>
            <pc:sldMk cId="554667680" sldId="320"/>
            <ac:spMk id="28" creationId="{EE1DCC5C-BC7A-6E37-1730-DACECDCF4811}"/>
          </ac:spMkLst>
        </pc:spChg>
        <pc:spChg chg="mod">
          <ac:chgData name="昕 许" userId="a2975fcd840abfc3" providerId="LiveId" clId="{49CCD4F9-177C-4270-9A14-60236FF377E8}" dt="2026-04-21T13:41:58.855" v="11075"/>
          <ac:spMkLst>
            <pc:docMk/>
            <pc:sldMk cId="554667680" sldId="320"/>
            <ac:spMk id="42" creationId="{59B3F8A0-746E-261B-086E-D6CDEB2BCC59}"/>
          </ac:spMkLst>
        </pc:spChg>
        <pc:spChg chg="mod">
          <ac:chgData name="昕 许" userId="a2975fcd840abfc3" providerId="LiveId" clId="{49CCD4F9-177C-4270-9A14-60236FF377E8}" dt="2026-04-21T13:41:58.855" v="11075"/>
          <ac:spMkLst>
            <pc:docMk/>
            <pc:sldMk cId="554667680" sldId="320"/>
            <ac:spMk id="43" creationId="{7B039449-97F9-0C77-8E91-549B1E88DC4D}"/>
          </ac:spMkLst>
        </pc:spChg>
        <pc:grpChg chg="add mod">
          <ac:chgData name="昕 许" userId="a2975fcd840abfc3" providerId="LiveId" clId="{49CCD4F9-177C-4270-9A14-60236FF377E8}" dt="2026-04-21T13:41:58.855" v="11075"/>
          <ac:grpSpMkLst>
            <pc:docMk/>
            <pc:sldMk cId="554667680" sldId="320"/>
            <ac:grpSpMk id="32" creationId="{6AC3210F-A8D0-9FD1-0624-1A2DD62DDD59}"/>
          </ac:grpSpMkLst>
        </pc:grpChg>
        <pc:grpChg chg="del">
          <ac:chgData name="昕 许" userId="a2975fcd840abfc3" providerId="LiveId" clId="{49CCD4F9-177C-4270-9A14-60236FF377E8}" dt="2026-04-21T13:41:56.240" v="11074" actId="478"/>
          <ac:grpSpMkLst>
            <pc:docMk/>
            <pc:sldMk cId="554667680" sldId="320"/>
            <ac:grpSpMk id="44" creationId="{E31D6128-8BE3-624F-A4DB-91111E396DD1}"/>
          </ac:grpSpMkLst>
        </pc:grpChg>
        <pc:cxnChg chg="mod">
          <ac:chgData name="昕 许" userId="a2975fcd840abfc3" providerId="LiveId" clId="{49CCD4F9-177C-4270-9A14-60236FF377E8}" dt="2026-04-22T04:58:40.954" v="11328" actId="208"/>
          <ac:cxnSpMkLst>
            <pc:docMk/>
            <pc:sldMk cId="554667680" sldId="320"/>
            <ac:cxnSpMk id="105" creationId="{2CCCD73A-20F4-18B8-FD48-68212B03A5D4}"/>
          </ac:cxnSpMkLst>
        </pc:cxnChg>
      </pc:sldChg>
      <pc:sldChg chg="addSp modSp add del mod">
        <pc:chgData name="昕 许" userId="a2975fcd840abfc3" providerId="LiveId" clId="{49CCD4F9-177C-4270-9A14-60236FF377E8}" dt="2026-04-21T13:35:50.562" v="10918" actId="47"/>
        <pc:sldMkLst>
          <pc:docMk/>
          <pc:sldMk cId="835519285" sldId="320"/>
        </pc:sldMkLst>
        <pc:spChg chg="mod">
          <ac:chgData name="昕 许" userId="a2975fcd840abfc3" providerId="LiveId" clId="{49CCD4F9-177C-4270-9A14-60236FF377E8}" dt="2026-04-21T13:31:37.352" v="10853"/>
          <ac:spMkLst>
            <pc:docMk/>
            <pc:sldMk cId="835519285" sldId="320"/>
            <ac:spMk id="21" creationId="{0B021E9F-531B-596F-9389-9E9C7D0C5043}"/>
          </ac:spMkLst>
        </pc:spChg>
        <pc:spChg chg="mod">
          <ac:chgData name="昕 许" userId="a2975fcd840abfc3" providerId="LiveId" clId="{49CCD4F9-177C-4270-9A14-60236FF377E8}" dt="2026-04-21T13:29:31.643" v="10805" actId="1076"/>
          <ac:spMkLst>
            <pc:docMk/>
            <pc:sldMk cId="835519285" sldId="320"/>
            <ac:spMk id="28" creationId="{35CD05CA-7121-F54D-3FA6-5C328A42E536}"/>
          </ac:spMkLst>
        </pc:spChg>
        <pc:spChg chg="mod">
          <ac:chgData name="昕 许" userId="a2975fcd840abfc3" providerId="LiveId" clId="{49CCD4F9-177C-4270-9A14-60236FF377E8}" dt="2026-04-21T13:29:34.323" v="10806"/>
          <ac:spMkLst>
            <pc:docMk/>
            <pc:sldMk cId="835519285" sldId="320"/>
            <ac:spMk id="38" creationId="{6F4B7EEB-7CDF-9401-2DB8-837A27A3CB2B}"/>
          </ac:spMkLst>
        </pc:spChg>
        <pc:spChg chg="mod">
          <ac:chgData name="昕 许" userId="a2975fcd840abfc3" providerId="LiveId" clId="{49CCD4F9-177C-4270-9A14-60236FF377E8}" dt="2026-04-21T13:29:34.323" v="10806"/>
          <ac:spMkLst>
            <pc:docMk/>
            <pc:sldMk cId="835519285" sldId="320"/>
            <ac:spMk id="39" creationId="{606EDB68-0A21-586B-1362-4E7303E84D61}"/>
          </ac:spMkLst>
        </pc:spChg>
        <pc:spChg chg="add mod">
          <ac:chgData name="昕 许" userId="a2975fcd840abfc3" providerId="LiveId" clId="{49CCD4F9-177C-4270-9A14-60236FF377E8}" dt="2026-04-21T13:33:27.511" v="10898" actId="1076"/>
          <ac:spMkLst>
            <pc:docMk/>
            <pc:sldMk cId="835519285" sldId="320"/>
            <ac:spMk id="40" creationId="{D5731402-D32A-D3B0-A5EF-D294B52F0F77}"/>
          </ac:spMkLst>
        </pc:spChg>
        <pc:spChg chg="add mod">
          <ac:chgData name="昕 许" userId="a2975fcd840abfc3" providerId="LiveId" clId="{49CCD4F9-177C-4270-9A14-60236FF377E8}" dt="2026-04-21T13:33:27.511" v="10898" actId="1076"/>
          <ac:spMkLst>
            <pc:docMk/>
            <pc:sldMk cId="835519285" sldId="320"/>
            <ac:spMk id="41" creationId="{65659C5E-7CF6-53C6-1237-E9FEB9CC2052}"/>
          </ac:spMkLst>
        </pc:spChg>
        <pc:spChg chg="add mod">
          <ac:chgData name="昕 许" userId="a2975fcd840abfc3" providerId="LiveId" clId="{49CCD4F9-177C-4270-9A14-60236FF377E8}" dt="2026-04-21T13:33:27.511" v="10898" actId="1076"/>
          <ac:spMkLst>
            <pc:docMk/>
            <pc:sldMk cId="835519285" sldId="320"/>
            <ac:spMk id="42" creationId="{8CF0B362-42C4-9634-65FE-39C158A19171}"/>
          </ac:spMkLst>
        </pc:spChg>
        <pc:spChg chg="add mod">
          <ac:chgData name="昕 许" userId="a2975fcd840abfc3" providerId="LiveId" clId="{49CCD4F9-177C-4270-9A14-60236FF377E8}" dt="2026-04-21T13:33:27.511" v="10898" actId="1076"/>
          <ac:spMkLst>
            <pc:docMk/>
            <pc:sldMk cId="835519285" sldId="320"/>
            <ac:spMk id="43" creationId="{6B318526-2485-A227-F674-1EAF9EEB1C88}"/>
          </ac:spMkLst>
        </pc:spChg>
        <pc:spChg chg="add mod">
          <ac:chgData name="昕 许" userId="a2975fcd840abfc3" providerId="LiveId" clId="{49CCD4F9-177C-4270-9A14-60236FF377E8}" dt="2026-04-21T13:32:56.748" v="10895"/>
          <ac:spMkLst>
            <pc:docMk/>
            <pc:sldMk cId="835519285" sldId="320"/>
            <ac:spMk id="44" creationId="{3F085C1B-116B-BDE8-4140-CF18CA0086C5}"/>
          </ac:spMkLst>
        </pc:spChg>
        <pc:spChg chg="add mod">
          <ac:chgData name="昕 许" userId="a2975fcd840abfc3" providerId="LiveId" clId="{49CCD4F9-177C-4270-9A14-60236FF377E8}" dt="2026-04-21T13:32:56.748" v="10895"/>
          <ac:spMkLst>
            <pc:docMk/>
            <pc:sldMk cId="835519285" sldId="320"/>
            <ac:spMk id="45" creationId="{41AA0D4F-D9E0-4ABF-0B7D-0C8D03FD8642}"/>
          </ac:spMkLst>
        </pc:spChg>
        <pc:grpChg chg="add mod">
          <ac:chgData name="昕 许" userId="a2975fcd840abfc3" providerId="LiveId" clId="{49CCD4F9-177C-4270-9A14-60236FF377E8}" dt="2026-04-21T13:29:37.311" v="10807" actId="1076"/>
          <ac:grpSpMkLst>
            <pc:docMk/>
            <pc:sldMk cId="835519285" sldId="320"/>
            <ac:grpSpMk id="37" creationId="{0945C6F5-4D45-8021-6820-ED4BA388CFE2}"/>
          </ac:grpSpMkLst>
        </pc:grpChg>
      </pc:sldChg>
      <pc:sldChg chg="addSp modSp add del mod">
        <pc:chgData name="昕 许" userId="a2975fcd840abfc3" providerId="LiveId" clId="{49CCD4F9-177C-4270-9A14-60236FF377E8}" dt="2026-04-21T13:35:51.075" v="10919" actId="47"/>
        <pc:sldMkLst>
          <pc:docMk/>
          <pc:sldMk cId="153129900" sldId="321"/>
        </pc:sldMkLst>
        <pc:spChg chg="mod">
          <ac:chgData name="昕 许" userId="a2975fcd840abfc3" providerId="LiveId" clId="{49CCD4F9-177C-4270-9A14-60236FF377E8}" dt="2026-04-21T13:33:15.124" v="10897" actId="208"/>
          <ac:spMkLst>
            <pc:docMk/>
            <pc:sldMk cId="153129900" sldId="321"/>
            <ac:spMk id="6" creationId="{E5668107-2457-A609-8F85-65243DF0F8F8}"/>
          </ac:spMkLst>
        </pc:spChg>
        <pc:spChg chg="mod">
          <ac:chgData name="昕 许" userId="a2975fcd840abfc3" providerId="LiveId" clId="{49CCD4F9-177C-4270-9A14-60236FF377E8}" dt="2026-04-21T13:31:40.841" v="10856"/>
          <ac:spMkLst>
            <pc:docMk/>
            <pc:sldMk cId="153129900" sldId="321"/>
            <ac:spMk id="21" creationId="{7436CF55-CF32-062D-B7D2-1AD070A60156}"/>
          </ac:spMkLst>
        </pc:spChg>
        <pc:spChg chg="mod">
          <ac:chgData name="昕 许" userId="a2975fcd840abfc3" providerId="LiveId" clId="{49CCD4F9-177C-4270-9A14-60236FF377E8}" dt="2026-04-21T13:29:50.027" v="10809" actId="1076"/>
          <ac:spMkLst>
            <pc:docMk/>
            <pc:sldMk cId="153129900" sldId="321"/>
            <ac:spMk id="28" creationId="{BC039EB4-40E4-B8C0-881C-1A4EABCBD83F}"/>
          </ac:spMkLst>
        </pc:spChg>
        <pc:spChg chg="add mod">
          <ac:chgData name="昕 许" userId="a2975fcd840abfc3" providerId="LiveId" clId="{49CCD4F9-177C-4270-9A14-60236FF377E8}" dt="2026-04-21T13:32:59.675" v="10896"/>
          <ac:spMkLst>
            <pc:docMk/>
            <pc:sldMk cId="153129900" sldId="321"/>
            <ac:spMk id="40" creationId="{3D68DA10-65B0-B8EE-021D-BD493DEB541F}"/>
          </ac:spMkLst>
        </pc:spChg>
        <pc:spChg chg="add mod">
          <ac:chgData name="昕 许" userId="a2975fcd840abfc3" providerId="LiveId" clId="{49CCD4F9-177C-4270-9A14-60236FF377E8}" dt="2026-04-21T13:32:59.675" v="10896"/>
          <ac:spMkLst>
            <pc:docMk/>
            <pc:sldMk cId="153129900" sldId="321"/>
            <ac:spMk id="41" creationId="{05A17802-E816-AF16-9CA7-923958AB35B6}"/>
          </ac:spMkLst>
        </pc:spChg>
        <pc:spChg chg="add mod">
          <ac:chgData name="昕 许" userId="a2975fcd840abfc3" providerId="LiveId" clId="{49CCD4F9-177C-4270-9A14-60236FF377E8}" dt="2026-04-21T13:32:59.675" v="10896"/>
          <ac:spMkLst>
            <pc:docMk/>
            <pc:sldMk cId="153129900" sldId="321"/>
            <ac:spMk id="42" creationId="{3CAEE52D-F135-CF54-5850-58E344DAEE62}"/>
          </ac:spMkLst>
        </pc:spChg>
        <pc:spChg chg="add mod">
          <ac:chgData name="昕 许" userId="a2975fcd840abfc3" providerId="LiveId" clId="{49CCD4F9-177C-4270-9A14-60236FF377E8}" dt="2026-04-21T13:32:59.675" v="10896"/>
          <ac:spMkLst>
            <pc:docMk/>
            <pc:sldMk cId="153129900" sldId="321"/>
            <ac:spMk id="43" creationId="{394D52F6-C8F9-C3F3-E48A-BE1E972A35E2}"/>
          </ac:spMkLst>
        </pc:spChg>
        <pc:spChg chg="add mod">
          <ac:chgData name="昕 许" userId="a2975fcd840abfc3" providerId="LiveId" clId="{49CCD4F9-177C-4270-9A14-60236FF377E8}" dt="2026-04-21T13:32:59.675" v="10896"/>
          <ac:spMkLst>
            <pc:docMk/>
            <pc:sldMk cId="153129900" sldId="321"/>
            <ac:spMk id="44" creationId="{A916FD5C-2C0F-A14F-CD6D-02F9327E1793}"/>
          </ac:spMkLst>
        </pc:spChg>
        <pc:spChg chg="add mod">
          <ac:chgData name="昕 许" userId="a2975fcd840abfc3" providerId="LiveId" clId="{49CCD4F9-177C-4270-9A14-60236FF377E8}" dt="2026-04-21T13:32:59.675" v="10896"/>
          <ac:spMkLst>
            <pc:docMk/>
            <pc:sldMk cId="153129900" sldId="321"/>
            <ac:spMk id="45" creationId="{675BBDF4-CCFC-3B98-AB11-A66AC8C34DD4}"/>
          </ac:spMkLst>
        </pc:spChg>
      </pc:sldChg>
      <pc:sldChg chg="addSp delSp modSp add mod">
        <pc:chgData name="昕 许" userId="a2975fcd840abfc3" providerId="LiveId" clId="{49CCD4F9-177C-4270-9A14-60236FF377E8}" dt="2026-04-22T05:08:38.895" v="11371" actId="478"/>
        <pc:sldMkLst>
          <pc:docMk/>
          <pc:sldMk cId="226001322" sldId="321"/>
        </pc:sldMkLst>
        <pc:spChg chg="mod">
          <ac:chgData name="昕 许" userId="a2975fcd840abfc3" providerId="LiveId" clId="{49CCD4F9-177C-4270-9A14-60236FF377E8}" dt="2026-04-21T14:00:39.242" v="11133" actId="208"/>
          <ac:spMkLst>
            <pc:docMk/>
            <pc:sldMk cId="226001322" sldId="321"/>
            <ac:spMk id="6" creationId="{0480E44F-7F98-4FA7-948A-3009357490BA}"/>
          </ac:spMkLst>
        </pc:spChg>
        <pc:spChg chg="mod">
          <ac:chgData name="昕 许" userId="a2975fcd840abfc3" providerId="LiveId" clId="{49CCD4F9-177C-4270-9A14-60236FF377E8}" dt="2026-04-21T13:57:30.618" v="11094"/>
          <ac:spMkLst>
            <pc:docMk/>
            <pc:sldMk cId="226001322" sldId="321"/>
            <ac:spMk id="20" creationId="{C167F91A-750B-84AF-516A-4F2014F74FCB}"/>
          </ac:spMkLst>
        </pc:spChg>
        <pc:spChg chg="mod">
          <ac:chgData name="昕 许" userId="a2975fcd840abfc3" providerId="LiveId" clId="{49CCD4F9-177C-4270-9A14-60236FF377E8}" dt="2026-04-22T04:08:38.504" v="11204"/>
          <ac:spMkLst>
            <pc:docMk/>
            <pc:sldMk cId="226001322" sldId="321"/>
            <ac:spMk id="23" creationId="{4ED7A843-1D87-982F-B548-4479F297A3F4}"/>
          </ac:spMkLst>
        </pc:spChg>
        <pc:spChg chg="mod">
          <ac:chgData name="昕 许" userId="a2975fcd840abfc3" providerId="LiveId" clId="{49CCD4F9-177C-4270-9A14-60236FF377E8}" dt="2026-04-21T13:38:54.426" v="11021" actId="1076"/>
          <ac:spMkLst>
            <pc:docMk/>
            <pc:sldMk cId="226001322" sldId="321"/>
            <ac:spMk id="28" creationId="{A3340CC7-ED10-C335-EA93-09D044BEF51F}"/>
          </ac:spMkLst>
        </pc:spChg>
        <pc:spChg chg="mod">
          <ac:chgData name="昕 许" userId="a2975fcd840abfc3" providerId="LiveId" clId="{49CCD4F9-177C-4270-9A14-60236FF377E8}" dt="2026-04-21T14:00:42.700" v="11134" actId="207"/>
          <ac:spMkLst>
            <pc:docMk/>
            <pc:sldMk cId="226001322" sldId="321"/>
            <ac:spMk id="38" creationId="{2A024187-492B-1F9F-ECD6-65D47CA8CE36}"/>
          </ac:spMkLst>
        </pc:spChg>
        <pc:spChg chg="mod">
          <ac:chgData name="昕 许" userId="a2975fcd840abfc3" providerId="LiveId" clId="{49CCD4F9-177C-4270-9A14-60236FF377E8}" dt="2026-04-21T13:42:01.337" v="11077"/>
          <ac:spMkLst>
            <pc:docMk/>
            <pc:sldMk cId="226001322" sldId="321"/>
            <ac:spMk id="42" creationId="{AE379322-43AD-4FD1-6B7B-2837E2566805}"/>
          </ac:spMkLst>
        </pc:spChg>
        <pc:spChg chg="mod">
          <ac:chgData name="昕 许" userId="a2975fcd840abfc3" providerId="LiveId" clId="{49CCD4F9-177C-4270-9A14-60236FF377E8}" dt="2026-04-21T13:42:01.337" v="11077"/>
          <ac:spMkLst>
            <pc:docMk/>
            <pc:sldMk cId="226001322" sldId="321"/>
            <ac:spMk id="43" creationId="{B349C507-0DE9-756D-188C-93AA1CE97D3F}"/>
          </ac:spMkLst>
        </pc:spChg>
        <pc:grpChg chg="mod">
          <ac:chgData name="昕 许" userId="a2975fcd840abfc3" providerId="LiveId" clId="{49CCD4F9-177C-4270-9A14-60236FF377E8}" dt="2026-04-21T13:38:49.155" v="11020" actId="1076"/>
          <ac:grpSpMkLst>
            <pc:docMk/>
            <pc:sldMk cId="226001322" sldId="321"/>
            <ac:grpSpMk id="27" creationId="{D5079C60-260B-0D1C-DBDE-BFCC070BD70E}"/>
          </ac:grpSpMkLst>
        </pc:grpChg>
        <pc:grpChg chg="add mod">
          <ac:chgData name="昕 许" userId="a2975fcd840abfc3" providerId="LiveId" clId="{49CCD4F9-177C-4270-9A14-60236FF377E8}" dt="2026-04-21T13:42:01.337" v="11077"/>
          <ac:grpSpMkLst>
            <pc:docMk/>
            <pc:sldMk cId="226001322" sldId="321"/>
            <ac:grpSpMk id="32" creationId="{95E54D62-5F04-87F3-60DB-99C87D6BA36D}"/>
          </ac:grpSpMkLst>
        </pc:grpChg>
        <pc:grpChg chg="del">
          <ac:chgData name="昕 许" userId="a2975fcd840abfc3" providerId="LiveId" clId="{49CCD4F9-177C-4270-9A14-60236FF377E8}" dt="2026-04-21T13:42:01.188" v="11076" actId="478"/>
          <ac:grpSpMkLst>
            <pc:docMk/>
            <pc:sldMk cId="226001322" sldId="321"/>
            <ac:grpSpMk id="44" creationId="{EA437ACF-A612-29B1-5F3B-DDC3BB103952}"/>
          </ac:grpSpMkLst>
        </pc:grpChg>
        <pc:cxnChg chg="del mod">
          <ac:chgData name="昕 许" userId="a2975fcd840abfc3" providerId="LiveId" clId="{49CCD4F9-177C-4270-9A14-60236FF377E8}" dt="2026-04-22T05:08:38.895" v="11371" actId="478"/>
          <ac:cxnSpMkLst>
            <pc:docMk/>
            <pc:sldMk cId="226001322" sldId="321"/>
            <ac:cxnSpMk id="105" creationId="{3ECAD637-9B74-6794-4AD2-A803C823F7F4}"/>
          </ac:cxnSpMkLst>
        </pc:cxnChg>
      </pc:sldChg>
      <pc:sldChg chg="addSp delSp modSp add mod">
        <pc:chgData name="昕 许" userId="a2975fcd840abfc3" providerId="LiveId" clId="{49CCD4F9-177C-4270-9A14-60236FF377E8}" dt="2026-04-22T05:08:43.988" v="11373" actId="478"/>
        <pc:sldMkLst>
          <pc:docMk/>
          <pc:sldMk cId="560476695" sldId="322"/>
        </pc:sldMkLst>
        <pc:spChg chg="mod">
          <ac:chgData name="昕 许" userId="a2975fcd840abfc3" providerId="LiveId" clId="{49CCD4F9-177C-4270-9A14-60236FF377E8}" dt="2026-04-21T14:00:48.294" v="11135" actId="208"/>
          <ac:spMkLst>
            <pc:docMk/>
            <pc:sldMk cId="560476695" sldId="322"/>
            <ac:spMk id="6" creationId="{98FFF7BD-A86A-16CA-851B-91D960A3C2B8}"/>
          </ac:spMkLst>
        </pc:spChg>
        <pc:spChg chg="mod">
          <ac:chgData name="昕 许" userId="a2975fcd840abfc3" providerId="LiveId" clId="{49CCD4F9-177C-4270-9A14-60236FF377E8}" dt="2026-04-21T13:57:33.963" v="11095"/>
          <ac:spMkLst>
            <pc:docMk/>
            <pc:sldMk cId="560476695" sldId="322"/>
            <ac:spMk id="20" creationId="{40B821FF-72EE-A322-52A9-DDC56BEE24BF}"/>
          </ac:spMkLst>
        </pc:spChg>
        <pc:spChg chg="mod">
          <ac:chgData name="昕 许" userId="a2975fcd840abfc3" providerId="LiveId" clId="{49CCD4F9-177C-4270-9A14-60236FF377E8}" dt="2026-04-22T04:08:42.086" v="11205"/>
          <ac:spMkLst>
            <pc:docMk/>
            <pc:sldMk cId="560476695" sldId="322"/>
            <ac:spMk id="23" creationId="{21E972D5-9568-FD1E-9566-7F429E52D1E2}"/>
          </ac:spMkLst>
        </pc:spChg>
        <pc:spChg chg="mod">
          <ac:chgData name="昕 许" userId="a2975fcd840abfc3" providerId="LiveId" clId="{49CCD4F9-177C-4270-9A14-60236FF377E8}" dt="2026-04-21T13:41:41.632" v="11072" actId="1076"/>
          <ac:spMkLst>
            <pc:docMk/>
            <pc:sldMk cId="560476695" sldId="322"/>
            <ac:spMk id="28" creationId="{7AC42117-1BEF-6828-3F3C-41E490286D60}"/>
          </ac:spMkLst>
        </pc:spChg>
        <pc:spChg chg="mod">
          <ac:chgData name="昕 许" userId="a2975fcd840abfc3" providerId="LiveId" clId="{49CCD4F9-177C-4270-9A14-60236FF377E8}" dt="2026-04-21T14:00:50.376" v="11136" actId="207"/>
          <ac:spMkLst>
            <pc:docMk/>
            <pc:sldMk cId="560476695" sldId="322"/>
            <ac:spMk id="38" creationId="{949BA202-BC68-D6C6-A69A-D2BFC205D747}"/>
          </ac:spMkLst>
        </pc:spChg>
        <pc:spChg chg="mod">
          <ac:chgData name="昕 许" userId="a2975fcd840abfc3" providerId="LiveId" clId="{49CCD4F9-177C-4270-9A14-60236FF377E8}" dt="2026-04-21T13:42:05.357" v="11079"/>
          <ac:spMkLst>
            <pc:docMk/>
            <pc:sldMk cId="560476695" sldId="322"/>
            <ac:spMk id="42" creationId="{EE74F391-7154-1429-8158-1B36E091AD63}"/>
          </ac:spMkLst>
        </pc:spChg>
        <pc:spChg chg="mod">
          <ac:chgData name="昕 许" userId="a2975fcd840abfc3" providerId="LiveId" clId="{49CCD4F9-177C-4270-9A14-60236FF377E8}" dt="2026-04-21T13:42:05.357" v="11079"/>
          <ac:spMkLst>
            <pc:docMk/>
            <pc:sldMk cId="560476695" sldId="322"/>
            <ac:spMk id="43" creationId="{9C0CC783-F697-9BB7-C17D-6D9CDA130169}"/>
          </ac:spMkLst>
        </pc:spChg>
        <pc:spChg chg="mod">
          <ac:chgData name="昕 许" userId="a2975fcd840abfc3" providerId="LiveId" clId="{49CCD4F9-177C-4270-9A14-60236FF377E8}" dt="2026-04-21T13:42:07.899" v="11080"/>
          <ac:spMkLst>
            <pc:docMk/>
            <pc:sldMk cId="560476695" sldId="322"/>
            <ac:spMk id="50" creationId="{99EF08F3-B243-71D3-082D-28F306A1E660}"/>
          </ac:spMkLst>
        </pc:spChg>
        <pc:spChg chg="mod">
          <ac:chgData name="昕 许" userId="a2975fcd840abfc3" providerId="LiveId" clId="{49CCD4F9-177C-4270-9A14-60236FF377E8}" dt="2026-04-21T13:58:13.080" v="11097" actId="20577"/>
          <ac:spMkLst>
            <pc:docMk/>
            <pc:sldMk cId="560476695" sldId="322"/>
            <ac:spMk id="51" creationId="{AD8DBE3A-B8BB-1FEB-C4B1-E083226C4BAC}"/>
          </ac:spMkLst>
        </pc:spChg>
        <pc:grpChg chg="add mod">
          <ac:chgData name="昕 许" userId="a2975fcd840abfc3" providerId="LiveId" clId="{49CCD4F9-177C-4270-9A14-60236FF377E8}" dt="2026-04-21T13:42:05.357" v="11079"/>
          <ac:grpSpMkLst>
            <pc:docMk/>
            <pc:sldMk cId="560476695" sldId="322"/>
            <ac:grpSpMk id="32" creationId="{0E110440-A671-B71D-B936-B2BAE2D38828}"/>
          </ac:grpSpMkLst>
        </pc:grpChg>
        <pc:grpChg chg="del">
          <ac:chgData name="昕 许" userId="a2975fcd840abfc3" providerId="LiveId" clId="{49CCD4F9-177C-4270-9A14-60236FF377E8}" dt="2026-04-21T13:42:05.190" v="11078" actId="478"/>
          <ac:grpSpMkLst>
            <pc:docMk/>
            <pc:sldMk cId="560476695" sldId="322"/>
            <ac:grpSpMk id="44" creationId="{EC7FBFBB-0EF7-13CF-CC92-51F339D2916D}"/>
          </ac:grpSpMkLst>
        </pc:grpChg>
        <pc:grpChg chg="add mod">
          <ac:chgData name="昕 许" userId="a2975fcd840abfc3" providerId="LiveId" clId="{49CCD4F9-177C-4270-9A14-60236FF377E8}" dt="2026-04-21T13:42:12.847" v="11081" actId="1076"/>
          <ac:grpSpMkLst>
            <pc:docMk/>
            <pc:sldMk cId="560476695" sldId="322"/>
            <ac:grpSpMk id="49" creationId="{720CA39D-7712-42F4-D743-45641D11D43C}"/>
          </ac:grpSpMkLst>
        </pc:grpChg>
        <pc:cxnChg chg="del mod">
          <ac:chgData name="昕 许" userId="a2975fcd840abfc3" providerId="LiveId" clId="{49CCD4F9-177C-4270-9A14-60236FF377E8}" dt="2026-04-22T05:08:43.988" v="11373" actId="478"/>
          <ac:cxnSpMkLst>
            <pc:docMk/>
            <pc:sldMk cId="560476695" sldId="322"/>
            <ac:cxnSpMk id="105" creationId="{D4E0BCC1-3BB7-56CB-AE20-01511A777455}"/>
          </ac:cxnSpMkLst>
        </pc:cxnChg>
      </pc:sldChg>
      <pc:sldChg chg="addSp modSp add del mod">
        <pc:chgData name="昕 许" userId="a2975fcd840abfc3" providerId="LiveId" clId="{49CCD4F9-177C-4270-9A14-60236FF377E8}" dt="2026-04-21T13:35:51.556" v="10920" actId="47"/>
        <pc:sldMkLst>
          <pc:docMk/>
          <pc:sldMk cId="3281561469" sldId="322"/>
        </pc:sldMkLst>
        <pc:spChg chg="mod">
          <ac:chgData name="昕 许" userId="a2975fcd840abfc3" providerId="LiveId" clId="{49CCD4F9-177C-4270-9A14-60236FF377E8}" dt="2026-04-21T13:33:42.496" v="10900" actId="208"/>
          <ac:spMkLst>
            <pc:docMk/>
            <pc:sldMk cId="3281561469" sldId="322"/>
            <ac:spMk id="6" creationId="{0FB77511-3630-FA13-4E23-99F20CAA6689}"/>
          </ac:spMkLst>
        </pc:spChg>
        <pc:spChg chg="mod">
          <ac:chgData name="昕 许" userId="a2975fcd840abfc3" providerId="LiveId" clId="{49CCD4F9-177C-4270-9A14-60236FF377E8}" dt="2026-04-21T13:31:43.903" v="10859"/>
          <ac:spMkLst>
            <pc:docMk/>
            <pc:sldMk cId="3281561469" sldId="322"/>
            <ac:spMk id="21" creationId="{6AF67381-C75C-0544-89AC-E44F092D7FAE}"/>
          </ac:spMkLst>
        </pc:spChg>
        <pc:spChg chg="mod">
          <ac:chgData name="昕 许" userId="a2975fcd840abfc3" providerId="LiveId" clId="{49CCD4F9-177C-4270-9A14-60236FF377E8}" dt="2026-04-21T13:29:57.739" v="10813" actId="1076"/>
          <ac:spMkLst>
            <pc:docMk/>
            <pc:sldMk cId="3281561469" sldId="322"/>
            <ac:spMk id="28" creationId="{24FB237D-3870-EF99-AABC-487D3CA0D416}"/>
          </ac:spMkLst>
        </pc:spChg>
        <pc:spChg chg="add mod">
          <ac:chgData name="昕 许" userId="a2975fcd840abfc3" providerId="LiveId" clId="{49CCD4F9-177C-4270-9A14-60236FF377E8}" dt="2026-04-21T13:33:29.954" v="10899"/>
          <ac:spMkLst>
            <pc:docMk/>
            <pc:sldMk cId="3281561469" sldId="322"/>
            <ac:spMk id="40" creationId="{4B161952-8F1C-7B8C-4707-7202C167753E}"/>
          </ac:spMkLst>
        </pc:spChg>
        <pc:spChg chg="add mod">
          <ac:chgData name="昕 许" userId="a2975fcd840abfc3" providerId="LiveId" clId="{49CCD4F9-177C-4270-9A14-60236FF377E8}" dt="2026-04-21T13:33:29.954" v="10899"/>
          <ac:spMkLst>
            <pc:docMk/>
            <pc:sldMk cId="3281561469" sldId="322"/>
            <ac:spMk id="41" creationId="{50362BE4-F490-1045-7720-8812C064C3F6}"/>
          </ac:spMkLst>
        </pc:spChg>
        <pc:spChg chg="add mod">
          <ac:chgData name="昕 许" userId="a2975fcd840abfc3" providerId="LiveId" clId="{49CCD4F9-177C-4270-9A14-60236FF377E8}" dt="2026-04-21T13:33:56.385" v="10904" actId="207"/>
          <ac:spMkLst>
            <pc:docMk/>
            <pc:sldMk cId="3281561469" sldId="322"/>
            <ac:spMk id="42" creationId="{58A659F7-250F-FDE1-1248-BCE5DF3C723F}"/>
          </ac:spMkLst>
        </pc:spChg>
        <pc:spChg chg="add mod">
          <ac:chgData name="昕 许" userId="a2975fcd840abfc3" providerId="LiveId" clId="{49CCD4F9-177C-4270-9A14-60236FF377E8}" dt="2026-04-21T13:33:29.954" v="10899"/>
          <ac:spMkLst>
            <pc:docMk/>
            <pc:sldMk cId="3281561469" sldId="322"/>
            <ac:spMk id="43" creationId="{F058BE46-146C-E009-BA8A-C1C15C73D897}"/>
          </ac:spMkLst>
        </pc:spChg>
        <pc:spChg chg="add mod">
          <ac:chgData name="昕 许" userId="a2975fcd840abfc3" providerId="LiveId" clId="{49CCD4F9-177C-4270-9A14-60236FF377E8}" dt="2026-04-21T13:33:29.954" v="10899"/>
          <ac:spMkLst>
            <pc:docMk/>
            <pc:sldMk cId="3281561469" sldId="322"/>
            <ac:spMk id="44" creationId="{668763B3-EED9-D063-BBC2-F8E914AA3F5E}"/>
          </ac:spMkLst>
        </pc:spChg>
        <pc:spChg chg="add mod">
          <ac:chgData name="昕 许" userId="a2975fcd840abfc3" providerId="LiveId" clId="{49CCD4F9-177C-4270-9A14-60236FF377E8}" dt="2026-04-21T13:33:29.954" v="10899"/>
          <ac:spMkLst>
            <pc:docMk/>
            <pc:sldMk cId="3281561469" sldId="322"/>
            <ac:spMk id="45" creationId="{9C56C864-5E8C-7229-B3D7-669D009CF4FE}"/>
          </ac:spMkLst>
        </pc:spChg>
        <pc:grpChg chg="mod">
          <ac:chgData name="昕 许" userId="a2975fcd840abfc3" providerId="LiveId" clId="{49CCD4F9-177C-4270-9A14-60236FF377E8}" dt="2026-04-21T13:29:54.481" v="10812" actId="1076"/>
          <ac:grpSpMkLst>
            <pc:docMk/>
            <pc:sldMk cId="3281561469" sldId="322"/>
            <ac:grpSpMk id="27" creationId="{0985BFEA-E3A0-F986-93F1-C50135A06C56}"/>
          </ac:grpSpMkLst>
        </pc:grpChg>
      </pc:sldChg>
      <pc:sldChg chg="delSp modSp add mod">
        <pc:chgData name="昕 许" userId="a2975fcd840abfc3" providerId="LiveId" clId="{49CCD4F9-177C-4270-9A14-60236FF377E8}" dt="2026-04-22T04:08:44.845" v="11206"/>
        <pc:sldMkLst>
          <pc:docMk/>
          <pc:sldMk cId="2475642656" sldId="323"/>
        </pc:sldMkLst>
        <pc:spChg chg="mod">
          <ac:chgData name="昕 许" userId="a2975fcd840abfc3" providerId="LiveId" clId="{49CCD4F9-177C-4270-9A14-60236FF377E8}" dt="2026-04-21T14:01:25.594" v="11137" actId="208"/>
          <ac:spMkLst>
            <pc:docMk/>
            <pc:sldMk cId="2475642656" sldId="323"/>
            <ac:spMk id="6" creationId="{FE92515C-FF43-7F1A-9432-8BD80B315418}"/>
          </ac:spMkLst>
        </pc:spChg>
        <pc:spChg chg="mod">
          <ac:chgData name="昕 许" userId="a2975fcd840abfc3" providerId="LiveId" clId="{49CCD4F9-177C-4270-9A14-60236FF377E8}" dt="2026-04-22T04:08:44.845" v="11206"/>
          <ac:spMkLst>
            <pc:docMk/>
            <pc:sldMk cId="2475642656" sldId="323"/>
            <ac:spMk id="23" creationId="{8D4DE36B-9A84-0672-6045-EA1983525EB4}"/>
          </ac:spMkLst>
        </pc:spChg>
        <pc:spChg chg="mod">
          <ac:chgData name="昕 许" userId="a2975fcd840abfc3" providerId="LiveId" clId="{49CCD4F9-177C-4270-9A14-60236FF377E8}" dt="2026-04-21T14:02:08.381" v="11145" actId="207"/>
          <ac:spMkLst>
            <pc:docMk/>
            <pc:sldMk cId="2475642656" sldId="323"/>
            <ac:spMk id="38" creationId="{5B4B500B-11B7-E909-FC16-E7F4303D0441}"/>
          </ac:spMkLst>
        </pc:spChg>
        <pc:spChg chg="del mod">
          <ac:chgData name="昕 许" userId="a2975fcd840abfc3" providerId="LiveId" clId="{49CCD4F9-177C-4270-9A14-60236FF377E8}" dt="2026-04-21T13:58:22.209" v="11102" actId="478"/>
          <ac:spMkLst>
            <pc:docMk/>
            <pc:sldMk cId="2475642656" sldId="323"/>
            <ac:spMk id="40" creationId="{BA71E5FF-A817-375D-865F-82BDD23EB188}"/>
          </ac:spMkLst>
        </pc:spChg>
        <pc:grpChg chg="del">
          <ac:chgData name="昕 许" userId="a2975fcd840abfc3" providerId="LiveId" clId="{49CCD4F9-177C-4270-9A14-60236FF377E8}" dt="2026-04-21T13:58:19.435" v="11099" actId="478"/>
          <ac:grpSpMkLst>
            <pc:docMk/>
            <pc:sldMk cId="2475642656" sldId="323"/>
            <ac:grpSpMk id="158" creationId="{7915A844-DC3B-3121-A523-C3F082C81A6F}"/>
          </ac:grpSpMkLst>
        </pc:grpChg>
        <pc:cxnChg chg="del mod">
          <ac:chgData name="昕 许" userId="a2975fcd840abfc3" providerId="LiveId" clId="{49CCD4F9-177C-4270-9A14-60236FF377E8}" dt="2026-04-21T13:58:22.859" v="11103" actId="478"/>
          <ac:cxnSpMkLst>
            <pc:docMk/>
            <pc:sldMk cId="2475642656" sldId="323"/>
            <ac:cxnSpMk id="105" creationId="{D9FC417D-5374-B4F5-A283-314615082F11}"/>
          </ac:cxnSpMkLst>
        </pc:cxnChg>
      </pc:sldChg>
      <pc:sldChg chg="modSp add del mod">
        <pc:chgData name="昕 许" userId="a2975fcd840abfc3" providerId="LiveId" clId="{49CCD4F9-177C-4270-9A14-60236FF377E8}" dt="2026-04-21T13:35:52.029" v="10921" actId="47"/>
        <pc:sldMkLst>
          <pc:docMk/>
          <pc:sldMk cId="3577285678" sldId="323"/>
        </pc:sldMkLst>
        <pc:spChg chg="mod">
          <ac:chgData name="昕 许" userId="a2975fcd840abfc3" providerId="LiveId" clId="{49CCD4F9-177C-4270-9A14-60236FF377E8}" dt="2026-04-21T13:34:23.215" v="10906" actId="1076"/>
          <ac:spMkLst>
            <pc:docMk/>
            <pc:sldMk cId="3577285678" sldId="323"/>
            <ac:spMk id="28" creationId="{FB386AE6-DD02-363E-F5C2-B74127EE7FA9}"/>
          </ac:spMkLst>
        </pc:spChg>
      </pc:sldChg>
      <pc:sldChg chg="addSp modSp add del mod">
        <pc:chgData name="昕 许" userId="a2975fcd840abfc3" providerId="LiveId" clId="{49CCD4F9-177C-4270-9A14-60236FF377E8}" dt="2026-04-21T13:35:52.349" v="10922" actId="47"/>
        <pc:sldMkLst>
          <pc:docMk/>
          <pc:sldMk cId="2149813353" sldId="324"/>
        </pc:sldMkLst>
        <pc:spChg chg="mod">
          <ac:chgData name="昕 许" userId="a2975fcd840abfc3" providerId="LiveId" clId="{49CCD4F9-177C-4270-9A14-60236FF377E8}" dt="2026-04-21T13:34:31.346" v="10908" actId="1076"/>
          <ac:spMkLst>
            <pc:docMk/>
            <pc:sldMk cId="2149813353" sldId="324"/>
            <ac:spMk id="28" creationId="{F1CABE57-263D-34EF-2FFD-D322FCB68170}"/>
          </ac:spMkLst>
        </pc:spChg>
        <pc:spChg chg="mod">
          <ac:chgData name="昕 许" userId="a2975fcd840abfc3" providerId="LiveId" clId="{49CCD4F9-177C-4270-9A14-60236FF377E8}" dt="2026-04-21T13:34:43.098" v="10909"/>
          <ac:spMkLst>
            <pc:docMk/>
            <pc:sldMk cId="2149813353" sldId="324"/>
            <ac:spMk id="47" creationId="{253D9095-00CB-79AE-2897-A00A08E4409F}"/>
          </ac:spMkLst>
        </pc:spChg>
        <pc:spChg chg="mod">
          <ac:chgData name="昕 许" userId="a2975fcd840abfc3" providerId="LiveId" clId="{49CCD4F9-177C-4270-9A14-60236FF377E8}" dt="2026-04-21T13:34:53.438" v="10911" actId="20577"/>
          <ac:spMkLst>
            <pc:docMk/>
            <pc:sldMk cId="2149813353" sldId="324"/>
            <ac:spMk id="48" creationId="{7670C015-066A-32BE-C092-FEFF57D6F15E}"/>
          </ac:spMkLst>
        </pc:spChg>
        <pc:grpChg chg="add mod">
          <ac:chgData name="昕 许" userId="a2975fcd840abfc3" providerId="LiveId" clId="{49CCD4F9-177C-4270-9A14-60236FF377E8}" dt="2026-04-21T13:34:47.385" v="10910" actId="1076"/>
          <ac:grpSpMkLst>
            <pc:docMk/>
            <pc:sldMk cId="2149813353" sldId="324"/>
            <ac:grpSpMk id="46" creationId="{487392C8-B9CE-EC56-4B08-6DB8ED64DA9F}"/>
          </ac:grpSpMkLst>
        </pc:grpChg>
      </pc:sldChg>
      <pc:sldChg chg="modSp add mod">
        <pc:chgData name="昕 许" userId="a2975fcd840abfc3" providerId="LiveId" clId="{49CCD4F9-177C-4270-9A14-60236FF377E8}" dt="2026-04-22T04:08:47.605" v="11207"/>
        <pc:sldMkLst>
          <pc:docMk/>
          <pc:sldMk cId="3758260029" sldId="324"/>
        </pc:sldMkLst>
        <pc:spChg chg="mod">
          <ac:chgData name="昕 许" userId="a2975fcd840abfc3" providerId="LiveId" clId="{49CCD4F9-177C-4270-9A14-60236FF377E8}" dt="2026-04-21T14:01:31.877" v="11139" actId="208"/>
          <ac:spMkLst>
            <pc:docMk/>
            <pc:sldMk cId="3758260029" sldId="324"/>
            <ac:spMk id="6" creationId="{9CDE002B-1CBF-FB5F-265B-2EEAEB4E5131}"/>
          </ac:spMkLst>
        </pc:spChg>
        <pc:spChg chg="mod">
          <ac:chgData name="昕 许" userId="a2975fcd840abfc3" providerId="LiveId" clId="{49CCD4F9-177C-4270-9A14-60236FF377E8}" dt="2026-04-22T04:08:47.605" v="11207"/>
          <ac:spMkLst>
            <pc:docMk/>
            <pc:sldMk cId="3758260029" sldId="324"/>
            <ac:spMk id="23" creationId="{F6F718F8-F7F6-AAC4-5A09-A523CA3A8948}"/>
          </ac:spMkLst>
        </pc:spChg>
        <pc:spChg chg="mod">
          <ac:chgData name="昕 许" userId="a2975fcd840abfc3" providerId="LiveId" clId="{49CCD4F9-177C-4270-9A14-60236FF377E8}" dt="2026-04-21T13:58:37.314" v="11105" actId="1076"/>
          <ac:spMkLst>
            <pc:docMk/>
            <pc:sldMk cId="3758260029" sldId="324"/>
            <ac:spMk id="28" creationId="{E31CEE69-1CE6-5F9E-9F84-534DB92F303D}"/>
          </ac:spMkLst>
        </pc:spChg>
        <pc:spChg chg="mod">
          <ac:chgData name="昕 许" userId="a2975fcd840abfc3" providerId="LiveId" clId="{49CCD4F9-177C-4270-9A14-60236FF377E8}" dt="2026-04-21T14:02:11.322" v="11146" actId="207"/>
          <ac:spMkLst>
            <pc:docMk/>
            <pc:sldMk cId="3758260029" sldId="324"/>
            <ac:spMk id="38" creationId="{EEA26C1B-3945-C717-265F-EB71CCD21FF0}"/>
          </ac:spMkLst>
        </pc:spChg>
        <pc:grpChg chg="mod">
          <ac:chgData name="昕 许" userId="a2975fcd840abfc3" providerId="LiveId" clId="{49CCD4F9-177C-4270-9A14-60236FF377E8}" dt="2026-04-21T13:58:42.599" v="11106" actId="1076"/>
          <ac:grpSpMkLst>
            <pc:docMk/>
            <pc:sldMk cId="3758260029" sldId="324"/>
            <ac:grpSpMk id="32" creationId="{654E49F8-6131-4F31-EB10-823A5532B2B9}"/>
          </ac:grpSpMkLst>
        </pc:grpChg>
      </pc:sldChg>
      <pc:sldChg chg="modSp add mod">
        <pc:chgData name="昕 许" userId="a2975fcd840abfc3" providerId="LiveId" clId="{49CCD4F9-177C-4270-9A14-60236FF377E8}" dt="2026-04-22T04:08:52.148" v="11208"/>
        <pc:sldMkLst>
          <pc:docMk/>
          <pc:sldMk cId="681142905" sldId="325"/>
        </pc:sldMkLst>
        <pc:spChg chg="mod">
          <ac:chgData name="昕 许" userId="a2975fcd840abfc3" providerId="LiveId" clId="{49CCD4F9-177C-4270-9A14-60236FF377E8}" dt="2026-04-21T14:01:38.626" v="11141" actId="208"/>
          <ac:spMkLst>
            <pc:docMk/>
            <pc:sldMk cId="681142905" sldId="325"/>
            <ac:spMk id="6" creationId="{1DC88B28-403C-DB98-8666-7BBAC4479D72}"/>
          </ac:spMkLst>
        </pc:spChg>
        <pc:spChg chg="mod">
          <ac:chgData name="昕 许" userId="a2975fcd840abfc3" providerId="LiveId" clId="{49CCD4F9-177C-4270-9A14-60236FF377E8}" dt="2026-04-22T04:08:52.148" v="11208"/>
          <ac:spMkLst>
            <pc:docMk/>
            <pc:sldMk cId="681142905" sldId="325"/>
            <ac:spMk id="23" creationId="{88098D84-113B-90B3-174A-E1E8079C8D45}"/>
          </ac:spMkLst>
        </pc:spChg>
        <pc:spChg chg="mod">
          <ac:chgData name="昕 许" userId="a2975fcd840abfc3" providerId="LiveId" clId="{49CCD4F9-177C-4270-9A14-60236FF377E8}" dt="2026-04-21T13:58:47.052" v="11108" actId="1076"/>
          <ac:spMkLst>
            <pc:docMk/>
            <pc:sldMk cId="681142905" sldId="325"/>
            <ac:spMk id="28" creationId="{759695B9-7494-E321-F914-B392A2FBE4F8}"/>
          </ac:spMkLst>
        </pc:spChg>
        <pc:spChg chg="mod">
          <ac:chgData name="昕 许" userId="a2975fcd840abfc3" providerId="LiveId" clId="{49CCD4F9-177C-4270-9A14-60236FF377E8}" dt="2026-04-21T14:02:15.022" v="11147" actId="207"/>
          <ac:spMkLst>
            <pc:docMk/>
            <pc:sldMk cId="681142905" sldId="325"/>
            <ac:spMk id="38" creationId="{1B14A6AF-F1B2-DC97-72EE-4D35E39950F6}"/>
          </ac:spMkLst>
        </pc:spChg>
        <pc:grpChg chg="mod">
          <ac:chgData name="昕 许" userId="a2975fcd840abfc3" providerId="LiveId" clId="{49CCD4F9-177C-4270-9A14-60236FF377E8}" dt="2026-04-21T13:58:51.732" v="11109" actId="1076"/>
          <ac:grpSpMkLst>
            <pc:docMk/>
            <pc:sldMk cId="681142905" sldId="325"/>
            <ac:grpSpMk id="32" creationId="{1E78BC7C-F9E0-6E42-3417-8EDC9DC5536E}"/>
          </ac:grpSpMkLst>
        </pc:grpChg>
        <pc:grpChg chg="mod">
          <ac:chgData name="昕 许" userId="a2975fcd840abfc3" providerId="LiveId" clId="{49CCD4F9-177C-4270-9A14-60236FF377E8}" dt="2026-04-21T14:03:16.540" v="11158" actId="1076"/>
          <ac:grpSpMkLst>
            <pc:docMk/>
            <pc:sldMk cId="681142905" sldId="325"/>
            <ac:grpSpMk id="49" creationId="{3BC0D601-B125-7CCB-93D8-45B66DBCAA44}"/>
          </ac:grpSpMkLst>
        </pc:grpChg>
      </pc:sldChg>
      <pc:sldChg chg="delSp modSp add del mod">
        <pc:chgData name="昕 许" userId="a2975fcd840abfc3" providerId="LiveId" clId="{49CCD4F9-177C-4270-9A14-60236FF377E8}" dt="2026-04-21T13:35:52.711" v="10923" actId="47"/>
        <pc:sldMkLst>
          <pc:docMk/>
          <pc:sldMk cId="2560020309" sldId="325"/>
        </pc:sldMkLst>
        <pc:spChg chg="del">
          <ac:chgData name="昕 许" userId="a2975fcd840abfc3" providerId="LiveId" clId="{49CCD4F9-177C-4270-9A14-60236FF377E8}" dt="2026-04-21T13:35:09.288" v="10913" actId="478"/>
          <ac:spMkLst>
            <pc:docMk/>
            <pc:sldMk cId="2560020309" sldId="325"/>
            <ac:spMk id="44" creationId="{D48EFDB3-D961-D2D4-AA04-E91070E4C948}"/>
          </ac:spMkLst>
        </pc:spChg>
        <pc:grpChg chg="del">
          <ac:chgData name="昕 许" userId="a2975fcd840abfc3" providerId="LiveId" clId="{49CCD4F9-177C-4270-9A14-60236FF377E8}" dt="2026-04-21T13:35:09.288" v="10913" actId="478"/>
          <ac:grpSpMkLst>
            <pc:docMk/>
            <pc:sldMk cId="2560020309" sldId="325"/>
            <ac:grpSpMk id="158" creationId="{FBAD5614-0090-3B37-26F0-B82D8334AA41}"/>
          </ac:grpSpMkLst>
        </pc:grpChg>
        <pc:cxnChg chg="del mod">
          <ac:chgData name="昕 许" userId="a2975fcd840abfc3" providerId="LiveId" clId="{49CCD4F9-177C-4270-9A14-60236FF377E8}" dt="2026-04-21T13:35:09.288" v="10913" actId="478"/>
          <ac:cxnSpMkLst>
            <pc:docMk/>
            <pc:sldMk cId="2560020309" sldId="325"/>
            <ac:cxnSpMk id="105" creationId="{A9F1E2CC-F7CF-0FFE-DDFD-B01B2B726CE3}"/>
          </ac:cxnSpMkLst>
        </pc:cxnChg>
      </pc:sldChg>
      <pc:sldChg chg="addSp delSp modSp add mod">
        <pc:chgData name="昕 许" userId="a2975fcd840abfc3" providerId="LiveId" clId="{49CCD4F9-177C-4270-9A14-60236FF377E8}" dt="2026-04-22T05:11:42.225" v="11389" actId="208"/>
        <pc:sldMkLst>
          <pc:docMk/>
          <pc:sldMk cId="1318250231" sldId="326"/>
        </pc:sldMkLst>
        <pc:spChg chg="mod">
          <ac:chgData name="昕 许" userId="a2975fcd840abfc3" providerId="LiveId" clId="{49CCD4F9-177C-4270-9A14-60236FF377E8}" dt="2026-04-21T14:01:46.248" v="11143" actId="208"/>
          <ac:spMkLst>
            <pc:docMk/>
            <pc:sldMk cId="1318250231" sldId="326"/>
            <ac:spMk id="6" creationId="{132B8F7B-E865-1176-1948-3F1DE36756FA}"/>
          </ac:spMkLst>
        </pc:spChg>
        <pc:spChg chg="mod">
          <ac:chgData name="昕 许" userId="a2975fcd840abfc3" providerId="LiveId" clId="{49CCD4F9-177C-4270-9A14-60236FF377E8}" dt="2026-04-22T04:08:55.070" v="11209"/>
          <ac:spMkLst>
            <pc:docMk/>
            <pc:sldMk cId="1318250231" sldId="326"/>
            <ac:spMk id="23" creationId="{26C1AB35-EBDC-3C90-E3BB-540301FB01F2}"/>
          </ac:spMkLst>
        </pc:spChg>
        <pc:spChg chg="mod">
          <ac:chgData name="昕 许" userId="a2975fcd840abfc3" providerId="LiveId" clId="{49CCD4F9-177C-4270-9A14-60236FF377E8}" dt="2026-04-21T13:58:55.329" v="11111" actId="1076"/>
          <ac:spMkLst>
            <pc:docMk/>
            <pc:sldMk cId="1318250231" sldId="326"/>
            <ac:spMk id="28" creationId="{04FFA7B1-3D21-A9FC-7971-2ABDCBDF96B0}"/>
          </ac:spMkLst>
        </pc:spChg>
        <pc:spChg chg="mod">
          <ac:chgData name="昕 许" userId="a2975fcd840abfc3" providerId="LiveId" clId="{49CCD4F9-177C-4270-9A14-60236FF377E8}" dt="2026-04-21T14:02:18.196" v="11148" actId="207"/>
          <ac:spMkLst>
            <pc:docMk/>
            <pc:sldMk cId="1318250231" sldId="326"/>
            <ac:spMk id="38" creationId="{DF0C5E9D-3004-3E34-C46C-EA9A7DC31823}"/>
          </ac:spMkLst>
        </pc:spChg>
        <pc:spChg chg="mod">
          <ac:chgData name="昕 许" userId="a2975fcd840abfc3" providerId="LiveId" clId="{49CCD4F9-177C-4270-9A14-60236FF377E8}" dt="2026-04-21T14:03:23.950" v="11160"/>
          <ac:spMkLst>
            <pc:docMk/>
            <pc:sldMk cId="1318250231" sldId="326"/>
            <ac:spMk id="44" creationId="{CE6EFD9E-B479-0945-A8A9-B70B4E83E201}"/>
          </ac:spMkLst>
        </pc:spChg>
        <pc:spChg chg="mod">
          <ac:chgData name="昕 许" userId="a2975fcd840abfc3" providerId="LiveId" clId="{49CCD4F9-177C-4270-9A14-60236FF377E8}" dt="2026-04-21T14:03:23.950" v="11160"/>
          <ac:spMkLst>
            <pc:docMk/>
            <pc:sldMk cId="1318250231" sldId="326"/>
            <ac:spMk id="45" creationId="{FF2F9346-2E10-DB26-262D-ECA97857900A}"/>
          </ac:spMkLst>
        </pc:spChg>
        <pc:grpChg chg="add mod">
          <ac:chgData name="昕 许" userId="a2975fcd840abfc3" providerId="LiveId" clId="{49CCD4F9-177C-4270-9A14-60236FF377E8}" dt="2026-04-21T14:03:23.950" v="11160"/>
          <ac:grpSpMkLst>
            <pc:docMk/>
            <pc:sldMk cId="1318250231" sldId="326"/>
            <ac:grpSpMk id="40" creationId="{89501C12-87AD-E8A9-CF17-CA7059B66FAF}"/>
          </ac:grpSpMkLst>
        </pc:grpChg>
        <pc:grpChg chg="del">
          <ac:chgData name="昕 许" userId="a2975fcd840abfc3" providerId="LiveId" clId="{49CCD4F9-177C-4270-9A14-60236FF377E8}" dt="2026-04-21T14:03:23.777" v="11159" actId="478"/>
          <ac:grpSpMkLst>
            <pc:docMk/>
            <pc:sldMk cId="1318250231" sldId="326"/>
            <ac:grpSpMk id="49" creationId="{2E7D3FED-7D8C-07BA-64E9-3DD4E3D1BFDC}"/>
          </ac:grpSpMkLst>
        </pc:grpChg>
        <pc:cxnChg chg="mod">
          <ac:chgData name="昕 许" userId="a2975fcd840abfc3" providerId="LiveId" clId="{49CCD4F9-177C-4270-9A14-60236FF377E8}" dt="2026-04-22T05:11:42.225" v="11389" actId="208"/>
          <ac:cxnSpMkLst>
            <pc:docMk/>
            <pc:sldMk cId="1318250231" sldId="326"/>
            <ac:cxnSpMk id="76" creationId="{D9D01100-05C4-3E82-8712-B52878E74342}"/>
          </ac:cxnSpMkLst>
        </pc:cxnChg>
      </pc:sldChg>
      <pc:sldChg chg="delSp modSp add mod">
        <pc:chgData name="昕 许" userId="a2975fcd840abfc3" providerId="LiveId" clId="{49CCD4F9-177C-4270-9A14-60236FF377E8}" dt="2026-04-22T05:08:50.113" v="11374" actId="478"/>
        <pc:sldMkLst>
          <pc:docMk/>
          <pc:sldMk cId="3983566982" sldId="327"/>
        </pc:sldMkLst>
        <pc:spChg chg="mod">
          <ac:chgData name="昕 许" userId="a2975fcd840abfc3" providerId="LiveId" clId="{49CCD4F9-177C-4270-9A14-60236FF377E8}" dt="2026-04-21T14:02:58.044" v="11156" actId="208"/>
          <ac:spMkLst>
            <pc:docMk/>
            <pc:sldMk cId="3983566982" sldId="327"/>
            <ac:spMk id="6" creationId="{B04C16BE-32CF-5ADE-ED15-870E3634D897}"/>
          </ac:spMkLst>
        </pc:spChg>
        <pc:spChg chg="mod">
          <ac:chgData name="昕 许" userId="a2975fcd840abfc3" providerId="LiveId" clId="{49CCD4F9-177C-4270-9A14-60236FF377E8}" dt="2026-04-21T14:02:30.999" v="11150" actId="208"/>
          <ac:spMkLst>
            <pc:docMk/>
            <pc:sldMk cId="3983566982" sldId="327"/>
            <ac:spMk id="8" creationId="{61A9CF0E-183E-6959-3E3B-526799898A3F}"/>
          </ac:spMkLst>
        </pc:spChg>
        <pc:spChg chg="mod">
          <ac:chgData name="昕 许" userId="a2975fcd840abfc3" providerId="LiveId" clId="{49CCD4F9-177C-4270-9A14-60236FF377E8}" dt="2026-04-22T04:08:58.070" v="11210"/>
          <ac:spMkLst>
            <pc:docMk/>
            <pc:sldMk cId="3983566982" sldId="327"/>
            <ac:spMk id="23" creationId="{7B8A0454-8E80-C00E-28A1-21CED73EDD2B}"/>
          </ac:spMkLst>
        </pc:spChg>
        <pc:spChg chg="mod">
          <ac:chgData name="昕 许" userId="a2975fcd840abfc3" providerId="LiveId" clId="{49CCD4F9-177C-4270-9A14-60236FF377E8}" dt="2026-04-21T13:59:01.260" v="11116" actId="1076"/>
          <ac:spMkLst>
            <pc:docMk/>
            <pc:sldMk cId="3983566982" sldId="327"/>
            <ac:spMk id="28" creationId="{9D3DC2EC-CEB4-6989-0A0E-7FD7C70116AF}"/>
          </ac:spMkLst>
        </pc:spChg>
        <pc:spChg chg="mod">
          <ac:chgData name="昕 许" userId="a2975fcd840abfc3" providerId="LiveId" clId="{49CCD4F9-177C-4270-9A14-60236FF377E8}" dt="2026-04-21T14:00:10.986" v="11130" actId="207"/>
          <ac:spMkLst>
            <pc:docMk/>
            <pc:sldMk cId="3983566982" sldId="327"/>
            <ac:spMk id="38" creationId="{1E18CBD5-5A89-D853-0F9E-215EC995D321}"/>
          </ac:spMkLst>
        </pc:spChg>
        <pc:spChg chg="mod">
          <ac:chgData name="昕 许" userId="a2975fcd840abfc3" providerId="LiveId" clId="{49CCD4F9-177C-4270-9A14-60236FF377E8}" dt="2026-04-21T14:02:26.642" v="11149" actId="207"/>
          <ac:spMkLst>
            <pc:docMk/>
            <pc:sldMk cId="3983566982" sldId="327"/>
            <ac:spMk id="39" creationId="{6C7B70AB-7393-80C7-5A49-103746334C36}"/>
          </ac:spMkLst>
        </pc:spChg>
        <pc:grpChg chg="mod">
          <ac:chgData name="昕 许" userId="a2975fcd840abfc3" providerId="LiveId" clId="{49CCD4F9-177C-4270-9A14-60236FF377E8}" dt="2026-04-21T13:58:58.130" v="11114" actId="1076"/>
          <ac:grpSpMkLst>
            <pc:docMk/>
            <pc:sldMk cId="3983566982" sldId="327"/>
            <ac:grpSpMk id="27" creationId="{1187EF86-F2A1-E119-468B-B71CFFAAD0D7}"/>
          </ac:grpSpMkLst>
        </pc:grpChg>
        <pc:grpChg chg="mod">
          <ac:chgData name="昕 许" userId="a2975fcd840abfc3" providerId="LiveId" clId="{49CCD4F9-177C-4270-9A14-60236FF377E8}" dt="2026-04-21T14:03:42.052" v="11161" actId="1076"/>
          <ac:grpSpMkLst>
            <pc:docMk/>
            <pc:sldMk cId="3983566982" sldId="327"/>
            <ac:grpSpMk id="49" creationId="{96548EDE-5CA1-C42B-B195-B26685E3526F}"/>
          </ac:grpSpMkLst>
        </pc:grpChg>
        <pc:cxnChg chg="del mod">
          <ac:chgData name="昕 许" userId="a2975fcd840abfc3" providerId="LiveId" clId="{49CCD4F9-177C-4270-9A14-60236FF377E8}" dt="2026-04-22T05:08:50.113" v="11374" actId="478"/>
          <ac:cxnSpMkLst>
            <pc:docMk/>
            <pc:sldMk cId="3983566982" sldId="327"/>
            <ac:cxnSpMk id="76" creationId="{EE18664F-3249-D2A2-577A-2EFBE99473D6}"/>
          </ac:cxnSpMkLst>
        </pc:cxnChg>
      </pc:sldChg>
      <pc:sldChg chg="addSp delSp modSp add mod">
        <pc:chgData name="昕 许" userId="a2975fcd840abfc3" providerId="LiveId" clId="{49CCD4F9-177C-4270-9A14-60236FF377E8}" dt="2026-04-22T05:08:58.304" v="11378" actId="478"/>
        <pc:sldMkLst>
          <pc:docMk/>
          <pc:sldMk cId="3381244488" sldId="328"/>
        </pc:sldMkLst>
        <pc:spChg chg="mod">
          <ac:chgData name="昕 许" userId="a2975fcd840abfc3" providerId="LiveId" clId="{49CCD4F9-177C-4270-9A14-60236FF377E8}" dt="2026-04-21T14:02:44.489" v="11154" actId="208"/>
          <ac:spMkLst>
            <pc:docMk/>
            <pc:sldMk cId="3381244488" sldId="328"/>
            <ac:spMk id="6" creationId="{DAFD3F93-F5DD-1B71-C4A7-E45952944402}"/>
          </ac:spMkLst>
        </pc:spChg>
        <pc:spChg chg="mod">
          <ac:chgData name="昕 许" userId="a2975fcd840abfc3" providerId="LiveId" clId="{49CCD4F9-177C-4270-9A14-60236FF377E8}" dt="2026-04-21T14:02:47.799" v="11155" actId="208"/>
          <ac:spMkLst>
            <pc:docMk/>
            <pc:sldMk cId="3381244488" sldId="328"/>
            <ac:spMk id="8" creationId="{CF61D309-ED8F-58F7-C558-50F9A6F5099B}"/>
          </ac:spMkLst>
        </pc:spChg>
        <pc:spChg chg="mod">
          <ac:chgData name="昕 许" userId="a2975fcd840abfc3" providerId="LiveId" clId="{49CCD4F9-177C-4270-9A14-60236FF377E8}" dt="2026-04-22T04:09:02.306" v="11213"/>
          <ac:spMkLst>
            <pc:docMk/>
            <pc:sldMk cId="3381244488" sldId="328"/>
            <ac:spMk id="23" creationId="{E89F3696-FC01-F9A2-F138-1F0258BCA6FF}"/>
          </ac:spMkLst>
        </pc:spChg>
        <pc:spChg chg="mod">
          <ac:chgData name="昕 许" userId="a2975fcd840abfc3" providerId="LiveId" clId="{49CCD4F9-177C-4270-9A14-60236FF377E8}" dt="2026-04-21T14:03:10.116" v="11157" actId="1076"/>
          <ac:spMkLst>
            <pc:docMk/>
            <pc:sldMk cId="3381244488" sldId="328"/>
            <ac:spMk id="28" creationId="{DD6769DE-D2BC-47FC-C17B-27AC6AC5C744}"/>
          </ac:spMkLst>
        </pc:spChg>
        <pc:spChg chg="mod">
          <ac:chgData name="昕 许" userId="a2975fcd840abfc3" providerId="LiveId" clId="{49CCD4F9-177C-4270-9A14-60236FF377E8}" dt="2026-04-21T14:02:37.578" v="11151" actId="207"/>
          <ac:spMkLst>
            <pc:docMk/>
            <pc:sldMk cId="3381244488" sldId="328"/>
            <ac:spMk id="38" creationId="{DFD5217B-B2C6-6C2F-7B72-2ED5DF6A4792}"/>
          </ac:spMkLst>
        </pc:spChg>
        <pc:spChg chg="mod">
          <ac:chgData name="昕 许" userId="a2975fcd840abfc3" providerId="LiveId" clId="{49CCD4F9-177C-4270-9A14-60236FF377E8}" dt="2026-04-21T14:02:40.837" v="11153" actId="207"/>
          <ac:spMkLst>
            <pc:docMk/>
            <pc:sldMk cId="3381244488" sldId="328"/>
            <ac:spMk id="39" creationId="{876B3D94-13A3-B701-AFE5-B9A5F8DD0F54}"/>
          </ac:spMkLst>
        </pc:spChg>
        <pc:spChg chg="mod">
          <ac:chgData name="昕 许" userId="a2975fcd840abfc3" providerId="LiveId" clId="{49CCD4F9-177C-4270-9A14-60236FF377E8}" dt="2026-04-21T14:04:09.158" v="11163"/>
          <ac:spMkLst>
            <pc:docMk/>
            <pc:sldMk cId="3381244488" sldId="328"/>
            <ac:spMk id="44" creationId="{E6370837-CB7C-40CB-66F0-D304CB167C1B}"/>
          </ac:spMkLst>
        </pc:spChg>
        <pc:spChg chg="mod">
          <ac:chgData name="昕 许" userId="a2975fcd840abfc3" providerId="LiveId" clId="{49CCD4F9-177C-4270-9A14-60236FF377E8}" dt="2026-04-21T14:04:13.768" v="11166" actId="20577"/>
          <ac:spMkLst>
            <pc:docMk/>
            <pc:sldMk cId="3381244488" sldId="328"/>
            <ac:spMk id="45" creationId="{D7CAFF00-F5E7-9712-A788-EB3C1940C3E0}"/>
          </ac:spMkLst>
        </pc:spChg>
        <pc:grpChg chg="add mod">
          <ac:chgData name="昕 许" userId="a2975fcd840abfc3" providerId="LiveId" clId="{49CCD4F9-177C-4270-9A14-60236FF377E8}" dt="2026-04-21T14:04:12.211" v="11164" actId="1076"/>
          <ac:grpSpMkLst>
            <pc:docMk/>
            <pc:sldMk cId="3381244488" sldId="328"/>
            <ac:grpSpMk id="40" creationId="{203BBEEF-8400-2CB6-B866-F3095A4EB11F}"/>
          </ac:grpSpMkLst>
        </pc:grpChg>
        <pc:grpChg chg="mod">
          <ac:chgData name="昕 许" userId="a2975fcd840abfc3" providerId="LiveId" clId="{49CCD4F9-177C-4270-9A14-60236FF377E8}" dt="2026-04-21T14:03:45.649" v="11162" actId="1076"/>
          <ac:grpSpMkLst>
            <pc:docMk/>
            <pc:sldMk cId="3381244488" sldId="328"/>
            <ac:grpSpMk id="49" creationId="{0504FC7A-C6B5-4EA2-B9E3-3056B98F523C}"/>
          </ac:grpSpMkLst>
        </pc:grpChg>
        <pc:cxnChg chg="del mod">
          <ac:chgData name="昕 许" userId="a2975fcd840abfc3" providerId="LiveId" clId="{49CCD4F9-177C-4270-9A14-60236FF377E8}" dt="2026-04-22T05:08:58.304" v="11378" actId="478"/>
          <ac:cxnSpMkLst>
            <pc:docMk/>
            <pc:sldMk cId="3381244488" sldId="328"/>
            <ac:cxnSpMk id="76" creationId="{01017D2E-3BF0-5781-17B3-9BD2E7180060}"/>
          </ac:cxnSpMkLst>
        </pc:cxnChg>
      </pc:sldChg>
      <pc:sldChg chg="delSp modSp add mod">
        <pc:chgData name="昕 许" userId="a2975fcd840abfc3" providerId="LiveId" clId="{49CCD4F9-177C-4270-9A14-60236FF377E8}" dt="2026-04-22T04:09:05.165" v="11214"/>
        <pc:sldMkLst>
          <pc:docMk/>
          <pc:sldMk cId="2315433452" sldId="329"/>
        </pc:sldMkLst>
        <pc:spChg chg="mod">
          <ac:chgData name="昕 许" userId="a2975fcd840abfc3" providerId="LiveId" clId="{49CCD4F9-177C-4270-9A14-60236FF377E8}" dt="2026-04-22T04:09:05.165" v="11214"/>
          <ac:spMkLst>
            <pc:docMk/>
            <pc:sldMk cId="2315433452" sldId="329"/>
            <ac:spMk id="23" creationId="{E97AFA90-7ADF-0385-20F3-FF63DE6ED146}"/>
          </ac:spMkLst>
        </pc:spChg>
        <pc:spChg chg="mod">
          <ac:chgData name="昕 许" userId="a2975fcd840abfc3" providerId="LiveId" clId="{49CCD4F9-177C-4270-9A14-60236FF377E8}" dt="2026-04-21T14:04:28.899" v="11171" actId="1076"/>
          <ac:spMkLst>
            <pc:docMk/>
            <pc:sldMk cId="2315433452" sldId="329"/>
            <ac:spMk id="28" creationId="{1F8AC5A5-DCC4-D21F-5362-06813EB90FD9}"/>
          </ac:spMkLst>
        </pc:spChg>
        <pc:spChg chg="del">
          <ac:chgData name="昕 许" userId="a2975fcd840abfc3" providerId="LiveId" clId="{49CCD4F9-177C-4270-9A14-60236FF377E8}" dt="2026-04-21T14:04:21.660" v="11170" actId="478"/>
          <ac:spMkLst>
            <pc:docMk/>
            <pc:sldMk cId="2315433452" sldId="329"/>
            <ac:spMk id="41" creationId="{18E86D35-36E9-9B4E-0339-D6D1941CF7D3}"/>
          </ac:spMkLst>
        </pc:spChg>
        <pc:grpChg chg="del">
          <ac:chgData name="昕 许" userId="a2975fcd840abfc3" providerId="LiveId" clId="{49CCD4F9-177C-4270-9A14-60236FF377E8}" dt="2026-04-21T14:04:19.547" v="11168" actId="478"/>
          <ac:grpSpMkLst>
            <pc:docMk/>
            <pc:sldMk cId="2315433452" sldId="329"/>
            <ac:grpSpMk id="149" creationId="{6BAA9B89-6918-3C14-03F5-4DE1088C383E}"/>
          </ac:grpSpMkLst>
        </pc:grpChg>
        <pc:cxnChg chg="del mod">
          <ac:chgData name="昕 许" userId="a2975fcd840abfc3" providerId="LiveId" clId="{49CCD4F9-177C-4270-9A14-60236FF377E8}" dt="2026-04-21T14:04:20.386" v="11169" actId="478"/>
          <ac:cxnSpMkLst>
            <pc:docMk/>
            <pc:sldMk cId="2315433452" sldId="329"/>
            <ac:cxnSpMk id="76" creationId="{7B75B3BA-4FF2-10B9-B06F-4E34257E0CD0}"/>
          </ac:cxnSpMkLst>
        </pc:cxnChg>
      </pc:sldChg>
      <pc:sldChg chg="modSp add mod">
        <pc:chgData name="昕 许" userId="a2975fcd840abfc3" providerId="LiveId" clId="{49CCD4F9-177C-4270-9A14-60236FF377E8}" dt="2026-04-22T04:09:07.379" v="11215"/>
        <pc:sldMkLst>
          <pc:docMk/>
          <pc:sldMk cId="3621992513" sldId="330"/>
        </pc:sldMkLst>
        <pc:spChg chg="mod">
          <ac:chgData name="昕 许" userId="a2975fcd840abfc3" providerId="LiveId" clId="{49CCD4F9-177C-4270-9A14-60236FF377E8}" dt="2026-04-22T04:09:07.379" v="11215"/>
          <ac:spMkLst>
            <pc:docMk/>
            <pc:sldMk cId="3621992513" sldId="330"/>
            <ac:spMk id="23" creationId="{DBD86833-A201-1E1D-5428-4D4CE0EB58C8}"/>
          </ac:spMkLst>
        </pc:spChg>
        <pc:spChg chg="mod">
          <ac:chgData name="昕 许" userId="a2975fcd840abfc3" providerId="LiveId" clId="{49CCD4F9-177C-4270-9A14-60236FF377E8}" dt="2026-04-21T14:04:33.707" v="11173" actId="1076"/>
          <ac:spMkLst>
            <pc:docMk/>
            <pc:sldMk cId="3621992513" sldId="330"/>
            <ac:spMk id="28" creationId="{2435E177-44FE-CB24-752B-F0E347A4DEAF}"/>
          </ac:spMkLst>
        </pc:spChg>
        <pc:grpChg chg="mod">
          <ac:chgData name="昕 许" userId="a2975fcd840abfc3" providerId="LiveId" clId="{49CCD4F9-177C-4270-9A14-60236FF377E8}" dt="2026-04-21T14:04:38.868" v="11175" actId="1076"/>
          <ac:grpSpMkLst>
            <pc:docMk/>
            <pc:sldMk cId="3621992513" sldId="330"/>
            <ac:grpSpMk id="40" creationId="{963232C4-1B65-0421-5691-11D78FADDB01}"/>
          </ac:grpSpMkLst>
        </pc:grpChg>
        <pc:grpChg chg="mod">
          <ac:chgData name="昕 许" userId="a2975fcd840abfc3" providerId="LiveId" clId="{49CCD4F9-177C-4270-9A14-60236FF377E8}" dt="2026-04-21T14:04:36.247" v="11174" actId="1076"/>
          <ac:grpSpMkLst>
            <pc:docMk/>
            <pc:sldMk cId="3621992513" sldId="330"/>
            <ac:grpSpMk id="49" creationId="{AFAFB53C-4B6C-C73F-9AC4-C3D3C5D78FF1}"/>
          </ac:grpSpMkLst>
        </pc:grpChg>
      </pc:sldChg>
      <pc:sldChg chg="modSp add mod">
        <pc:chgData name="昕 许" userId="a2975fcd840abfc3" providerId="LiveId" clId="{49CCD4F9-177C-4270-9A14-60236FF377E8}" dt="2026-04-22T04:09:10.012" v="11216"/>
        <pc:sldMkLst>
          <pc:docMk/>
          <pc:sldMk cId="1204623767" sldId="331"/>
        </pc:sldMkLst>
        <pc:spChg chg="mod">
          <ac:chgData name="昕 许" userId="a2975fcd840abfc3" providerId="LiveId" clId="{49CCD4F9-177C-4270-9A14-60236FF377E8}" dt="2026-04-22T04:09:10.012" v="11216"/>
          <ac:spMkLst>
            <pc:docMk/>
            <pc:sldMk cId="1204623767" sldId="331"/>
            <ac:spMk id="23" creationId="{EB683CEE-BF10-A199-3EA1-F2A99689E6A4}"/>
          </ac:spMkLst>
        </pc:spChg>
        <pc:spChg chg="mod">
          <ac:chgData name="昕 许" userId="a2975fcd840abfc3" providerId="LiveId" clId="{49CCD4F9-177C-4270-9A14-60236FF377E8}" dt="2026-04-21T14:04:52.550" v="11177" actId="1076"/>
          <ac:spMkLst>
            <pc:docMk/>
            <pc:sldMk cId="1204623767" sldId="331"/>
            <ac:spMk id="28" creationId="{5BBE88CF-E8EB-6F51-50BD-F0E3E319179A}"/>
          </ac:spMkLst>
        </pc:spChg>
        <pc:grpChg chg="mod">
          <ac:chgData name="昕 许" userId="a2975fcd840abfc3" providerId="LiveId" clId="{49CCD4F9-177C-4270-9A14-60236FF377E8}" dt="2026-04-21T14:04:58.417" v="11178" actId="1076"/>
          <ac:grpSpMkLst>
            <pc:docMk/>
            <pc:sldMk cId="1204623767" sldId="331"/>
            <ac:grpSpMk id="49" creationId="{41B0F2AB-7F0E-C119-C141-D9483FB7E999}"/>
          </ac:grpSpMkLst>
        </pc:grpChg>
      </pc:sldChg>
      <pc:sldChg chg="modSp add mod">
        <pc:chgData name="昕 许" userId="a2975fcd840abfc3" providerId="LiveId" clId="{49CCD4F9-177C-4270-9A14-60236FF377E8}" dt="2026-04-22T04:59:21.124" v="11333" actId="208"/>
        <pc:sldMkLst>
          <pc:docMk/>
          <pc:sldMk cId="1923460519" sldId="332"/>
        </pc:sldMkLst>
        <pc:spChg chg="mod">
          <ac:chgData name="昕 许" userId="a2975fcd840abfc3" providerId="LiveId" clId="{49CCD4F9-177C-4270-9A14-60236FF377E8}" dt="2026-04-22T04:07:51.004" v="11181" actId="208"/>
          <ac:spMkLst>
            <pc:docMk/>
            <pc:sldMk cId="1923460519" sldId="332"/>
            <ac:spMk id="4" creationId="{AF4D610A-0772-0015-3AAF-BE4A23772EA3}"/>
          </ac:spMkLst>
        </pc:spChg>
        <pc:spChg chg="mod">
          <ac:chgData name="昕 许" userId="a2975fcd840abfc3" providerId="LiveId" clId="{49CCD4F9-177C-4270-9A14-60236FF377E8}" dt="2026-04-22T04:09:12.943" v="11217"/>
          <ac:spMkLst>
            <pc:docMk/>
            <pc:sldMk cId="1923460519" sldId="332"/>
            <ac:spMk id="23" creationId="{59A9CA1F-6A3B-963D-FDA0-B894976686F2}"/>
          </ac:spMkLst>
        </pc:spChg>
        <pc:spChg chg="mod">
          <ac:chgData name="昕 许" userId="a2975fcd840abfc3" providerId="LiveId" clId="{49CCD4F9-177C-4270-9A14-60236FF377E8}" dt="2026-04-22T04:07:43.673" v="11180" actId="1076"/>
          <ac:spMkLst>
            <pc:docMk/>
            <pc:sldMk cId="1923460519" sldId="332"/>
            <ac:spMk id="28" creationId="{0B514E03-D0E4-D633-0639-84AD9BA8AC80}"/>
          </ac:spMkLst>
        </pc:spChg>
        <pc:cxnChg chg="mod">
          <ac:chgData name="昕 许" userId="a2975fcd840abfc3" providerId="LiveId" clId="{49CCD4F9-177C-4270-9A14-60236FF377E8}" dt="2026-04-22T04:59:21.124" v="11333" actId="208"/>
          <ac:cxnSpMkLst>
            <pc:docMk/>
            <pc:sldMk cId="1923460519" sldId="332"/>
            <ac:cxnSpMk id="15" creationId="{B759CECC-2EB3-6DED-5041-237D52FEAD97}"/>
          </ac:cxnSpMkLst>
        </pc:cxnChg>
      </pc:sldChg>
      <pc:sldChg chg="delSp modSp add mod">
        <pc:chgData name="昕 许" userId="a2975fcd840abfc3" providerId="LiveId" clId="{49CCD4F9-177C-4270-9A14-60236FF377E8}" dt="2026-04-22T04:13:33.838" v="11279" actId="478"/>
        <pc:sldMkLst>
          <pc:docMk/>
          <pc:sldMk cId="3760117141" sldId="333"/>
        </pc:sldMkLst>
        <pc:spChg chg="mod">
          <ac:chgData name="昕 许" userId="a2975fcd840abfc3" providerId="LiveId" clId="{49CCD4F9-177C-4270-9A14-60236FF377E8}" dt="2026-04-22T04:09:16.668" v="11218"/>
          <ac:spMkLst>
            <pc:docMk/>
            <pc:sldMk cId="3760117141" sldId="333"/>
            <ac:spMk id="23" creationId="{7DCAABAB-0311-F858-B761-72A9F205E8AD}"/>
          </ac:spMkLst>
        </pc:spChg>
        <pc:spChg chg="mod">
          <ac:chgData name="昕 许" userId="a2975fcd840abfc3" providerId="LiveId" clId="{49CCD4F9-177C-4270-9A14-60236FF377E8}" dt="2026-04-22T04:07:56.958" v="11183" actId="1076"/>
          <ac:spMkLst>
            <pc:docMk/>
            <pc:sldMk cId="3760117141" sldId="333"/>
            <ac:spMk id="28" creationId="{5EDDAF27-D157-5BE4-D971-471A8F8A30F4}"/>
          </ac:spMkLst>
        </pc:spChg>
        <pc:spChg chg="mod">
          <ac:chgData name="昕 许" userId="a2975fcd840abfc3" providerId="LiveId" clId="{49CCD4F9-177C-4270-9A14-60236FF377E8}" dt="2026-04-22T04:08:01.468" v="11186" actId="207"/>
          <ac:spMkLst>
            <pc:docMk/>
            <pc:sldMk cId="3760117141" sldId="333"/>
            <ac:spMk id="36" creationId="{C937CE32-925C-D869-8C68-6DDDBAC66287}"/>
          </ac:spMkLst>
        </pc:spChg>
        <pc:cxnChg chg="del mod">
          <ac:chgData name="昕 许" userId="a2975fcd840abfc3" providerId="LiveId" clId="{49CCD4F9-177C-4270-9A14-60236FF377E8}" dt="2026-04-22T04:13:33.838" v="11279" actId="478"/>
          <ac:cxnSpMkLst>
            <pc:docMk/>
            <pc:sldMk cId="3760117141" sldId="333"/>
            <ac:cxnSpMk id="15" creationId="{A77D5E36-7BFB-5FF5-ABEA-584312588808}"/>
          </ac:cxnSpMkLst>
        </pc:cxnChg>
      </pc:sldChg>
      <pc:sldChg chg="delSp modSp add mod">
        <pc:chgData name="昕 许" userId="a2975fcd840abfc3" providerId="LiveId" clId="{49CCD4F9-177C-4270-9A14-60236FF377E8}" dt="2026-04-22T04:13:37.389" v="11280" actId="478"/>
        <pc:sldMkLst>
          <pc:docMk/>
          <pc:sldMk cId="3664096092" sldId="334"/>
        </pc:sldMkLst>
        <pc:spChg chg="mod">
          <ac:chgData name="昕 许" userId="a2975fcd840abfc3" providerId="LiveId" clId="{49CCD4F9-177C-4270-9A14-60236FF377E8}" dt="2026-04-22T04:09:20.396" v="11219"/>
          <ac:spMkLst>
            <pc:docMk/>
            <pc:sldMk cId="3664096092" sldId="334"/>
            <ac:spMk id="23" creationId="{887ECA65-D8CB-AFD8-8A9E-55430B7D63FA}"/>
          </ac:spMkLst>
        </pc:spChg>
        <pc:spChg chg="mod">
          <ac:chgData name="昕 许" userId="a2975fcd840abfc3" providerId="LiveId" clId="{49CCD4F9-177C-4270-9A14-60236FF377E8}" dt="2026-04-22T04:08:09.028" v="11188" actId="1076"/>
          <ac:spMkLst>
            <pc:docMk/>
            <pc:sldMk cId="3664096092" sldId="334"/>
            <ac:spMk id="28" creationId="{84EB2129-8DFC-FADD-A6DB-9DB43BA32878}"/>
          </ac:spMkLst>
        </pc:spChg>
        <pc:cxnChg chg="del mod">
          <ac:chgData name="昕 许" userId="a2975fcd840abfc3" providerId="LiveId" clId="{49CCD4F9-177C-4270-9A14-60236FF377E8}" dt="2026-04-22T04:13:37.389" v="11280" actId="478"/>
          <ac:cxnSpMkLst>
            <pc:docMk/>
            <pc:sldMk cId="3664096092" sldId="334"/>
            <ac:cxnSpMk id="15" creationId="{DA709CB5-02DD-5266-DE7F-913690A851E1}"/>
          </ac:cxnSpMkLst>
        </pc:cxnChg>
      </pc:sldChg>
      <pc:sldChg chg="delSp modSp add del mod">
        <pc:chgData name="昕 许" userId="a2975fcd840abfc3" providerId="LiveId" clId="{49CCD4F9-177C-4270-9A14-60236FF377E8}" dt="2026-04-22T04:09:55.115" v="11229" actId="47"/>
        <pc:sldMkLst>
          <pc:docMk/>
          <pc:sldMk cId="69531902" sldId="335"/>
        </pc:sldMkLst>
        <pc:spChg chg="mod">
          <ac:chgData name="昕 许" userId="a2975fcd840abfc3" providerId="LiveId" clId="{49CCD4F9-177C-4270-9A14-60236FF377E8}" dt="2026-04-22T04:09:44.827" v="11226" actId="1076"/>
          <ac:spMkLst>
            <pc:docMk/>
            <pc:sldMk cId="69531902" sldId="335"/>
            <ac:spMk id="28" creationId="{06FAB6B8-D7AA-626C-4B25-3E8C63D435E1}"/>
          </ac:spMkLst>
        </pc:spChg>
        <pc:spChg chg="del">
          <ac:chgData name="昕 许" userId="a2975fcd840abfc3" providerId="LiveId" clId="{49CCD4F9-177C-4270-9A14-60236FF377E8}" dt="2026-04-22T04:09:48.945" v="11228" actId="478"/>
          <ac:spMkLst>
            <pc:docMk/>
            <pc:sldMk cId="69531902" sldId="335"/>
            <ac:spMk id="39" creationId="{03B4ECCB-D7BD-47D6-A0B1-38D286906CE3}"/>
          </ac:spMkLst>
        </pc:spChg>
        <pc:grpChg chg="mod">
          <ac:chgData name="昕 许" userId="a2975fcd840abfc3" providerId="LiveId" clId="{49CCD4F9-177C-4270-9A14-60236FF377E8}" dt="2026-04-22T04:09:38.143" v="11225" actId="1076"/>
          <ac:grpSpMkLst>
            <pc:docMk/>
            <pc:sldMk cId="69531902" sldId="335"/>
            <ac:grpSpMk id="27" creationId="{0D59A0FC-E7FB-E31E-97A5-69E01D4EED86}"/>
          </ac:grpSpMkLst>
        </pc:grpChg>
        <pc:grpChg chg="del">
          <ac:chgData name="昕 许" userId="a2975fcd840abfc3" providerId="LiveId" clId="{49CCD4F9-177C-4270-9A14-60236FF377E8}" dt="2026-04-22T04:09:46.811" v="11227" actId="478"/>
          <ac:grpSpMkLst>
            <pc:docMk/>
            <pc:sldMk cId="69531902" sldId="335"/>
            <ac:grpSpMk id="29" creationId="{0EB22C70-7D69-04FA-8468-8D50E117B065}"/>
          </ac:grpSpMkLst>
        </pc:grpChg>
        <pc:cxnChg chg="mod">
          <ac:chgData name="昕 许" userId="a2975fcd840abfc3" providerId="LiveId" clId="{49CCD4F9-177C-4270-9A14-60236FF377E8}" dt="2026-04-22T04:09:46.811" v="11227" actId="478"/>
          <ac:cxnSpMkLst>
            <pc:docMk/>
            <pc:sldMk cId="69531902" sldId="335"/>
            <ac:cxnSpMk id="18" creationId="{4A4C1734-6E27-387D-6E86-85AB6D641465}"/>
          </ac:cxnSpMkLst>
        </pc:cxnChg>
      </pc:sldChg>
      <pc:sldChg chg="delSp modSp add mod">
        <pc:chgData name="昕 许" userId="a2975fcd840abfc3" providerId="LiveId" clId="{49CCD4F9-177C-4270-9A14-60236FF377E8}" dt="2026-04-22T05:11:53.831" v="11390" actId="208"/>
        <pc:sldMkLst>
          <pc:docMk/>
          <pc:sldMk cId="1157095055" sldId="335"/>
        </pc:sldMkLst>
        <pc:spChg chg="mod">
          <ac:chgData name="昕 许" userId="a2975fcd840abfc3" providerId="LiveId" clId="{49CCD4F9-177C-4270-9A14-60236FF377E8}" dt="2026-04-22T04:10:26.896" v="11234" actId="1076"/>
          <ac:spMkLst>
            <pc:docMk/>
            <pc:sldMk cId="1157095055" sldId="335"/>
            <ac:spMk id="28" creationId="{9B98B827-0808-6A15-4ABE-748A2B2F2FB0}"/>
          </ac:spMkLst>
        </pc:spChg>
        <pc:grpChg chg="mod">
          <ac:chgData name="昕 许" userId="a2975fcd840abfc3" providerId="LiveId" clId="{49CCD4F9-177C-4270-9A14-60236FF377E8}" dt="2026-04-22T04:10:18.084" v="11232" actId="1076"/>
          <ac:grpSpMkLst>
            <pc:docMk/>
            <pc:sldMk cId="1157095055" sldId="335"/>
            <ac:grpSpMk id="27" creationId="{AEF7E42E-DD15-8FC0-1072-208DBF34EFC3}"/>
          </ac:grpSpMkLst>
        </pc:grpChg>
        <pc:cxnChg chg="del mod">
          <ac:chgData name="昕 许" userId="a2975fcd840abfc3" providerId="LiveId" clId="{49CCD4F9-177C-4270-9A14-60236FF377E8}" dt="2026-04-22T04:13:39.068" v="11281" actId="478"/>
          <ac:cxnSpMkLst>
            <pc:docMk/>
            <pc:sldMk cId="1157095055" sldId="335"/>
            <ac:cxnSpMk id="15" creationId="{86517CAA-180B-396F-4CA7-A7B4F8FB03DD}"/>
          </ac:cxnSpMkLst>
        </pc:cxnChg>
        <pc:cxnChg chg="mod">
          <ac:chgData name="昕 许" userId="a2975fcd840abfc3" providerId="LiveId" clId="{49CCD4F9-177C-4270-9A14-60236FF377E8}" dt="2026-04-22T05:11:53.831" v="11390" actId="208"/>
          <ac:cxnSpMkLst>
            <pc:docMk/>
            <pc:sldMk cId="1157095055" sldId="335"/>
            <ac:cxnSpMk id="91" creationId="{7860DFA0-B67E-6538-F2EA-A15EBA45A79E}"/>
          </ac:cxnSpMkLst>
        </pc:cxnChg>
      </pc:sldChg>
      <pc:sldChg chg="delSp modSp add mod">
        <pc:chgData name="昕 许" userId="a2975fcd840abfc3" providerId="LiveId" clId="{49CCD4F9-177C-4270-9A14-60236FF377E8}" dt="2026-04-22T05:09:14.635" v="11379" actId="478"/>
        <pc:sldMkLst>
          <pc:docMk/>
          <pc:sldMk cId="2561438574" sldId="336"/>
        </pc:sldMkLst>
        <pc:spChg chg="mod">
          <ac:chgData name="昕 许" userId="a2975fcd840abfc3" providerId="LiveId" clId="{49CCD4F9-177C-4270-9A14-60236FF377E8}" dt="2026-04-22T04:10:30.918" v="11236" actId="1076"/>
          <ac:spMkLst>
            <pc:docMk/>
            <pc:sldMk cId="2561438574" sldId="336"/>
            <ac:spMk id="28" creationId="{FD00A05C-FD20-7589-BFE1-084550EB32CA}"/>
          </ac:spMkLst>
        </pc:spChg>
        <pc:spChg chg="mod">
          <ac:chgData name="昕 许" userId="a2975fcd840abfc3" providerId="LiveId" clId="{49CCD4F9-177C-4270-9A14-60236FF377E8}" dt="2026-04-22T04:10:34.940" v="11239" actId="207"/>
          <ac:spMkLst>
            <pc:docMk/>
            <pc:sldMk cId="2561438574" sldId="336"/>
            <ac:spMk id="37" creationId="{DBC0C49B-2100-19B3-A1B9-2802777AAEA2}"/>
          </ac:spMkLst>
        </pc:spChg>
        <pc:cxnChg chg="del mod">
          <ac:chgData name="昕 许" userId="a2975fcd840abfc3" providerId="LiveId" clId="{49CCD4F9-177C-4270-9A14-60236FF377E8}" dt="2026-04-22T04:13:40.786" v="11282" actId="478"/>
          <ac:cxnSpMkLst>
            <pc:docMk/>
            <pc:sldMk cId="2561438574" sldId="336"/>
            <ac:cxnSpMk id="15" creationId="{DF12C311-BA00-3428-0E12-3321D5EC9205}"/>
          </ac:cxnSpMkLst>
        </pc:cxnChg>
        <pc:cxnChg chg="del mod">
          <ac:chgData name="昕 许" userId="a2975fcd840abfc3" providerId="LiveId" clId="{49CCD4F9-177C-4270-9A14-60236FF377E8}" dt="2026-04-22T05:09:14.635" v="11379" actId="478"/>
          <ac:cxnSpMkLst>
            <pc:docMk/>
            <pc:sldMk cId="2561438574" sldId="336"/>
            <ac:cxnSpMk id="91" creationId="{1F09C6FD-51FA-6C92-64F2-6CB0282B1C1B}"/>
          </ac:cxnSpMkLst>
        </pc:cxnChg>
      </pc:sldChg>
      <pc:sldChg chg="addSp delSp modSp add mod">
        <pc:chgData name="昕 许" userId="a2975fcd840abfc3" providerId="LiveId" clId="{49CCD4F9-177C-4270-9A14-60236FF377E8}" dt="2026-04-22T05:09:18.324" v="11381" actId="478"/>
        <pc:sldMkLst>
          <pc:docMk/>
          <pc:sldMk cId="2251657826" sldId="337"/>
        </pc:sldMkLst>
        <pc:spChg chg="mod">
          <ac:chgData name="昕 许" userId="a2975fcd840abfc3" providerId="LiveId" clId="{49CCD4F9-177C-4270-9A14-60236FF377E8}" dt="2026-04-22T04:11:03.509" v="11243"/>
          <ac:spMkLst>
            <pc:docMk/>
            <pc:sldMk cId="2251657826" sldId="337"/>
            <ac:spMk id="24" creationId="{B5B57FA5-8252-8C99-84E0-50C1DD1CC451}"/>
          </ac:spMkLst>
        </pc:spChg>
        <pc:spChg chg="mod">
          <ac:chgData name="昕 许" userId="a2975fcd840abfc3" providerId="LiveId" clId="{49CCD4F9-177C-4270-9A14-60236FF377E8}" dt="2026-04-22T04:10:50.407" v="11242" actId="1076"/>
          <ac:spMkLst>
            <pc:docMk/>
            <pc:sldMk cId="2251657826" sldId="337"/>
            <ac:spMk id="28" creationId="{F528C865-86F5-0BA8-14F1-AF01112C4B95}"/>
          </ac:spMkLst>
        </pc:spChg>
        <pc:spChg chg="mod">
          <ac:chgData name="昕 许" userId="a2975fcd840abfc3" providerId="LiveId" clId="{49CCD4F9-177C-4270-9A14-60236FF377E8}" dt="2026-04-22T04:11:17.348" v="11251" actId="20577"/>
          <ac:spMkLst>
            <pc:docMk/>
            <pc:sldMk cId="2251657826" sldId="337"/>
            <ac:spMk id="41" creationId="{BD1F96FD-7A69-4E2F-FAA3-973DE6B9539E}"/>
          </ac:spMkLst>
        </pc:spChg>
        <pc:grpChg chg="add mod">
          <ac:chgData name="昕 许" userId="a2975fcd840abfc3" providerId="LiveId" clId="{49CCD4F9-177C-4270-9A14-60236FF377E8}" dt="2026-04-22T04:11:07.360" v="11244" actId="1076"/>
          <ac:grpSpMkLst>
            <pc:docMk/>
            <pc:sldMk cId="2251657826" sldId="337"/>
            <ac:grpSpMk id="22" creationId="{2F2EAA4A-5C87-ACA6-CF8E-22955BE1484E}"/>
          </ac:grpSpMkLst>
        </pc:grpChg>
        <pc:cxnChg chg="del mod">
          <ac:chgData name="昕 许" userId="a2975fcd840abfc3" providerId="LiveId" clId="{49CCD4F9-177C-4270-9A14-60236FF377E8}" dt="2026-04-22T04:13:44.004" v="11283" actId="478"/>
          <ac:cxnSpMkLst>
            <pc:docMk/>
            <pc:sldMk cId="2251657826" sldId="337"/>
            <ac:cxnSpMk id="15" creationId="{063575FF-7AD3-01CB-4442-72C5D9585396}"/>
          </ac:cxnSpMkLst>
        </pc:cxnChg>
        <pc:cxnChg chg="del mod">
          <ac:chgData name="昕 许" userId="a2975fcd840abfc3" providerId="LiveId" clId="{49CCD4F9-177C-4270-9A14-60236FF377E8}" dt="2026-04-22T05:09:18.324" v="11381" actId="478"/>
          <ac:cxnSpMkLst>
            <pc:docMk/>
            <pc:sldMk cId="2251657826" sldId="337"/>
            <ac:cxnSpMk id="91" creationId="{08A2D9E6-B6FC-ADEB-E777-3AEA21A91CE7}"/>
          </ac:cxnSpMkLst>
        </pc:cxnChg>
      </pc:sldChg>
      <pc:sldChg chg="delSp modSp add mod">
        <pc:chgData name="昕 许" userId="a2975fcd840abfc3" providerId="LiveId" clId="{49CCD4F9-177C-4270-9A14-60236FF377E8}" dt="2026-04-22T04:11:30.859" v="11257" actId="478"/>
        <pc:sldMkLst>
          <pc:docMk/>
          <pc:sldMk cId="211519033" sldId="338"/>
        </pc:sldMkLst>
        <pc:spChg chg="mod">
          <ac:chgData name="昕 许" userId="a2975fcd840abfc3" providerId="LiveId" clId="{49CCD4F9-177C-4270-9A14-60236FF377E8}" dt="2026-04-22T04:11:27.062" v="11253" actId="1076"/>
          <ac:spMkLst>
            <pc:docMk/>
            <pc:sldMk cId="211519033" sldId="338"/>
            <ac:spMk id="28" creationId="{DE326261-B6A3-83BB-58D7-CA489BFFBB0C}"/>
          </ac:spMkLst>
        </pc:spChg>
        <pc:spChg chg="del">
          <ac:chgData name="昕 许" userId="a2975fcd840abfc3" providerId="LiveId" clId="{49CCD4F9-177C-4270-9A14-60236FF377E8}" dt="2026-04-22T04:11:29.830" v="11255" actId="478"/>
          <ac:spMkLst>
            <pc:docMk/>
            <pc:sldMk cId="211519033" sldId="338"/>
            <ac:spMk id="38" creationId="{0E5EFCA1-2DD8-23EA-F0E9-AB826A246B49}"/>
          </ac:spMkLst>
        </pc:spChg>
        <pc:grpChg chg="del">
          <ac:chgData name="昕 许" userId="a2975fcd840abfc3" providerId="LiveId" clId="{49CCD4F9-177C-4270-9A14-60236FF377E8}" dt="2026-04-22T04:11:28.875" v="11254" actId="478"/>
          <ac:grpSpMkLst>
            <pc:docMk/>
            <pc:sldMk cId="211519033" sldId="338"/>
            <ac:grpSpMk id="159" creationId="{C8631B69-49F6-A645-3B8A-47D30083B942}"/>
          </ac:grpSpMkLst>
        </pc:grpChg>
        <pc:cxnChg chg="del mod">
          <ac:chgData name="昕 许" userId="a2975fcd840abfc3" providerId="LiveId" clId="{49CCD4F9-177C-4270-9A14-60236FF377E8}" dt="2026-04-22T04:11:30.859" v="11257" actId="478"/>
          <ac:cxnSpMkLst>
            <pc:docMk/>
            <pc:sldMk cId="211519033" sldId="338"/>
            <ac:cxnSpMk id="15" creationId="{D19CADD3-06F4-AD55-D3B3-342D53B27BD1}"/>
          </ac:cxnSpMkLst>
        </pc:cxnChg>
        <pc:cxnChg chg="del mod">
          <ac:chgData name="昕 许" userId="a2975fcd840abfc3" providerId="LiveId" clId="{49CCD4F9-177C-4270-9A14-60236FF377E8}" dt="2026-04-22T04:11:30.300" v="11256" actId="478"/>
          <ac:cxnSpMkLst>
            <pc:docMk/>
            <pc:sldMk cId="211519033" sldId="338"/>
            <ac:cxnSpMk id="91" creationId="{AFB942B5-F239-1984-0B25-E708B49003A8}"/>
          </ac:cxnSpMkLst>
        </pc:cxnChg>
      </pc:sldChg>
      <pc:sldChg chg="modSp add mod">
        <pc:chgData name="昕 许" userId="a2975fcd840abfc3" providerId="LiveId" clId="{49CCD4F9-177C-4270-9A14-60236FF377E8}" dt="2026-04-22T04:11:38.567" v="11260" actId="1076"/>
        <pc:sldMkLst>
          <pc:docMk/>
          <pc:sldMk cId="2862415888" sldId="339"/>
        </pc:sldMkLst>
        <pc:spChg chg="mod">
          <ac:chgData name="昕 许" userId="a2975fcd840abfc3" providerId="LiveId" clId="{49CCD4F9-177C-4270-9A14-60236FF377E8}" dt="2026-04-22T04:11:35.876" v="11259" actId="1076"/>
          <ac:spMkLst>
            <pc:docMk/>
            <pc:sldMk cId="2862415888" sldId="339"/>
            <ac:spMk id="28" creationId="{9214FC12-3C84-19B8-9A4A-529DB9EE7FE1}"/>
          </ac:spMkLst>
        </pc:spChg>
        <pc:grpChg chg="mod">
          <ac:chgData name="昕 许" userId="a2975fcd840abfc3" providerId="LiveId" clId="{49CCD4F9-177C-4270-9A14-60236FF377E8}" dt="2026-04-22T04:11:38.567" v="11260" actId="1076"/>
          <ac:grpSpMkLst>
            <pc:docMk/>
            <pc:sldMk cId="2862415888" sldId="339"/>
            <ac:grpSpMk id="40" creationId="{DDF2B3E4-C13F-CE6A-6916-2D17C648CF6F}"/>
          </ac:grpSpMkLst>
        </pc:grpChg>
      </pc:sldChg>
      <pc:sldChg chg="modSp add mod">
        <pc:chgData name="昕 许" userId="a2975fcd840abfc3" providerId="LiveId" clId="{49CCD4F9-177C-4270-9A14-60236FF377E8}" dt="2026-04-22T04:11:51.497" v="11264" actId="1076"/>
        <pc:sldMkLst>
          <pc:docMk/>
          <pc:sldMk cId="1914570904" sldId="340"/>
        </pc:sldMkLst>
        <pc:spChg chg="mod">
          <ac:chgData name="昕 许" userId="a2975fcd840abfc3" providerId="LiveId" clId="{49CCD4F9-177C-4270-9A14-60236FF377E8}" dt="2026-04-22T04:11:43.571" v="11262" actId="1076"/>
          <ac:spMkLst>
            <pc:docMk/>
            <pc:sldMk cId="1914570904" sldId="340"/>
            <ac:spMk id="28" creationId="{D5E35108-B09E-A430-017A-219439BB95B1}"/>
          </ac:spMkLst>
        </pc:spChg>
        <pc:grpChg chg="mod">
          <ac:chgData name="昕 许" userId="a2975fcd840abfc3" providerId="LiveId" clId="{49CCD4F9-177C-4270-9A14-60236FF377E8}" dt="2026-04-22T04:11:51.497" v="11264" actId="1076"/>
          <ac:grpSpMkLst>
            <pc:docMk/>
            <pc:sldMk cId="1914570904" sldId="340"/>
            <ac:grpSpMk id="22" creationId="{78516CCF-EE20-7D82-9AAF-3A407DA4961A}"/>
          </ac:grpSpMkLst>
        </pc:grpChg>
        <pc:grpChg chg="mod">
          <ac:chgData name="昕 许" userId="a2975fcd840abfc3" providerId="LiveId" clId="{49CCD4F9-177C-4270-9A14-60236FF377E8}" dt="2026-04-22T04:11:46.997" v="11263" actId="1076"/>
          <ac:grpSpMkLst>
            <pc:docMk/>
            <pc:sldMk cId="1914570904" sldId="340"/>
            <ac:grpSpMk id="40" creationId="{B19151FD-0900-F8D4-296F-112FBB2E5BAA}"/>
          </ac:grpSpMkLst>
        </pc:grpChg>
      </pc:sldChg>
      <pc:sldChg chg="modSp add mod">
        <pc:chgData name="昕 许" userId="a2975fcd840abfc3" providerId="LiveId" clId="{49CCD4F9-177C-4270-9A14-60236FF377E8}" dt="2026-04-22T05:11:15.067" v="11388" actId="208"/>
        <pc:sldMkLst>
          <pc:docMk/>
          <pc:sldMk cId="246234696" sldId="341"/>
        </pc:sldMkLst>
        <pc:spChg chg="mod">
          <ac:chgData name="昕 许" userId="a2975fcd840abfc3" providerId="LiveId" clId="{49CCD4F9-177C-4270-9A14-60236FF377E8}" dt="2026-04-22T04:11:59.122" v="11266" actId="1076"/>
          <ac:spMkLst>
            <pc:docMk/>
            <pc:sldMk cId="246234696" sldId="341"/>
            <ac:spMk id="28" creationId="{6A481D01-A9A8-A470-CB3D-7E54B83B158A}"/>
          </ac:spMkLst>
        </pc:spChg>
        <pc:cxnChg chg="mod">
          <ac:chgData name="昕 许" userId="a2975fcd840abfc3" providerId="LiveId" clId="{49CCD4F9-177C-4270-9A14-60236FF377E8}" dt="2026-04-22T05:11:15.067" v="11388" actId="208"/>
          <ac:cxnSpMkLst>
            <pc:docMk/>
            <pc:sldMk cId="246234696" sldId="341"/>
            <ac:cxnSpMk id="18" creationId="{EB453820-7879-05CA-8059-8545DA72FE12}"/>
          </ac:cxnSpMkLst>
        </pc:cxnChg>
      </pc:sldChg>
      <pc:sldChg chg="addSp delSp modSp add mod">
        <pc:chgData name="昕 许" userId="a2975fcd840abfc3" providerId="LiveId" clId="{49CCD4F9-177C-4270-9A14-60236FF377E8}" dt="2026-04-22T05:09:27.497" v="11384" actId="478"/>
        <pc:sldMkLst>
          <pc:docMk/>
          <pc:sldMk cId="3715423951" sldId="342"/>
        </pc:sldMkLst>
        <pc:spChg chg="mod">
          <ac:chgData name="昕 许" userId="a2975fcd840abfc3" providerId="LiveId" clId="{49CCD4F9-177C-4270-9A14-60236FF377E8}" dt="2026-04-22T04:12:07.141" v="11270" actId="1076"/>
          <ac:spMkLst>
            <pc:docMk/>
            <pc:sldMk cId="3715423951" sldId="342"/>
            <ac:spMk id="28" creationId="{AF804288-7FFA-9395-CD88-D735BA0E9476}"/>
          </ac:spMkLst>
        </pc:spChg>
        <pc:spChg chg="mod">
          <ac:chgData name="昕 许" userId="a2975fcd840abfc3" providerId="LiveId" clId="{49CCD4F9-177C-4270-9A14-60236FF377E8}" dt="2026-04-22T04:12:08.911" v="11272" actId="20577"/>
          <ac:spMkLst>
            <pc:docMk/>
            <pc:sldMk cId="3715423951" sldId="342"/>
            <ac:spMk id="36" creationId="{EFDC8D22-E8D3-0639-127A-CBC6C22FAE05}"/>
          </ac:spMkLst>
        </pc:spChg>
        <pc:spChg chg="add del">
          <ac:chgData name="昕 许" userId="a2975fcd840abfc3" providerId="LiveId" clId="{49CCD4F9-177C-4270-9A14-60236FF377E8}" dt="2026-04-22T05:09:25.754" v="11383" actId="478"/>
          <ac:spMkLst>
            <pc:docMk/>
            <pc:sldMk cId="3715423951" sldId="342"/>
            <ac:spMk id="39" creationId="{FA08A002-21D5-F34E-A360-094389268357}"/>
          </ac:spMkLst>
        </pc:spChg>
        <pc:grpChg chg="mod">
          <ac:chgData name="昕 许" userId="a2975fcd840abfc3" providerId="LiveId" clId="{49CCD4F9-177C-4270-9A14-60236FF377E8}" dt="2026-04-22T04:12:04.173" v="11269" actId="1076"/>
          <ac:grpSpMkLst>
            <pc:docMk/>
            <pc:sldMk cId="3715423951" sldId="342"/>
            <ac:grpSpMk id="27" creationId="{E1491B3F-8B38-DEC8-2005-F12274BC8D68}"/>
          </ac:grpSpMkLst>
        </pc:grpChg>
        <pc:cxnChg chg="del mod">
          <ac:chgData name="昕 许" userId="a2975fcd840abfc3" providerId="LiveId" clId="{49CCD4F9-177C-4270-9A14-60236FF377E8}" dt="2026-04-22T05:09:27.497" v="11384" actId="478"/>
          <ac:cxnSpMkLst>
            <pc:docMk/>
            <pc:sldMk cId="3715423951" sldId="342"/>
            <ac:cxnSpMk id="18" creationId="{621D4A23-5AD7-2DBF-951A-5587DBEB03A5}"/>
          </ac:cxnSpMkLst>
        </pc:cxnChg>
      </pc:sldChg>
      <pc:sldChg chg="delSp modSp add del mod">
        <pc:chgData name="昕 许" userId="a2975fcd840abfc3" providerId="LiveId" clId="{49CCD4F9-177C-4270-9A14-60236FF377E8}" dt="2026-04-22T04:14:41.272" v="11288" actId="47"/>
        <pc:sldMkLst>
          <pc:docMk/>
          <pc:sldMk cId="550212373" sldId="343"/>
        </pc:sldMkLst>
        <pc:spChg chg="del">
          <ac:chgData name="昕 许" userId="a2975fcd840abfc3" providerId="LiveId" clId="{49CCD4F9-177C-4270-9A14-60236FF377E8}" dt="2026-04-22T04:12:18.149" v="11275" actId="478"/>
          <ac:spMkLst>
            <pc:docMk/>
            <pc:sldMk cId="550212373" sldId="343"/>
            <ac:spMk id="11" creationId="{1230549C-BBA7-67E9-C3A9-286FCC207AD6}"/>
          </ac:spMkLst>
        </pc:spChg>
        <pc:spChg chg="del">
          <ac:chgData name="昕 许" userId="a2975fcd840abfc3" providerId="LiveId" clId="{49CCD4F9-177C-4270-9A14-60236FF377E8}" dt="2026-04-22T04:12:18.149" v="11275" actId="478"/>
          <ac:spMkLst>
            <pc:docMk/>
            <pc:sldMk cId="550212373" sldId="343"/>
            <ac:spMk id="12" creationId="{09D7C95E-19A6-AD2C-7F3F-B558D8657DC1}"/>
          </ac:spMkLst>
        </pc:spChg>
        <pc:spChg chg="mod">
          <ac:chgData name="昕 许" userId="a2975fcd840abfc3" providerId="LiveId" clId="{49CCD4F9-177C-4270-9A14-60236FF377E8}" dt="2026-04-22T04:12:15.830" v="11274" actId="1076"/>
          <ac:spMkLst>
            <pc:docMk/>
            <pc:sldMk cId="550212373" sldId="343"/>
            <ac:spMk id="28" creationId="{CF1BBFD9-40CE-BE0C-F37A-E894C6C2D4B2}"/>
          </ac:spMkLst>
        </pc:spChg>
        <pc:spChg chg="del">
          <ac:chgData name="昕 许" userId="a2975fcd840abfc3" providerId="LiveId" clId="{49CCD4F9-177C-4270-9A14-60236FF377E8}" dt="2026-04-22T04:12:18.149" v="11275" actId="478"/>
          <ac:spMkLst>
            <pc:docMk/>
            <pc:sldMk cId="550212373" sldId="343"/>
            <ac:spMk id="37" creationId="{D2C20C03-FAA8-0F96-CCA4-791D105369D6}"/>
          </ac:spMkLst>
        </pc:spChg>
        <pc:cxnChg chg="del mod">
          <ac:chgData name="昕 许" userId="a2975fcd840abfc3" providerId="LiveId" clId="{49CCD4F9-177C-4270-9A14-60236FF377E8}" dt="2026-04-22T04:12:18.780" v="11276" actId="478"/>
          <ac:cxnSpMkLst>
            <pc:docMk/>
            <pc:sldMk cId="550212373" sldId="343"/>
            <ac:cxnSpMk id="14" creationId="{CA09B38D-2009-88FC-51AF-AAE0987BDA59}"/>
          </ac:cxnSpMkLst>
        </pc:cxnChg>
      </pc:sldChg>
      <pc:sldChg chg="modSp add del mod">
        <pc:chgData name="昕 许" userId="a2975fcd840abfc3" providerId="LiveId" clId="{49CCD4F9-177C-4270-9A14-60236FF377E8}" dt="2026-04-22T04:14:41.713" v="11289" actId="47"/>
        <pc:sldMkLst>
          <pc:docMk/>
          <pc:sldMk cId="3851004086" sldId="344"/>
        </pc:sldMkLst>
        <pc:spChg chg="mod">
          <ac:chgData name="昕 许" userId="a2975fcd840abfc3" providerId="LiveId" clId="{49CCD4F9-177C-4270-9A14-60236FF377E8}" dt="2026-04-22T04:12:24.202" v="11278" actId="1076"/>
          <ac:spMkLst>
            <pc:docMk/>
            <pc:sldMk cId="3851004086" sldId="344"/>
            <ac:spMk id="28" creationId="{871FCC4F-D431-763D-10E7-43348CF2752E}"/>
          </ac:spMkLst>
        </pc:spChg>
      </pc:sldChg>
      <pc:sldChg chg="delSp modSp add mod">
        <pc:chgData name="昕 许" userId="a2975fcd840abfc3" providerId="LiveId" clId="{49CCD4F9-177C-4270-9A14-60236FF377E8}" dt="2026-04-22T04:14:38.950" v="11287" actId="1076"/>
        <pc:sldMkLst>
          <pc:docMk/>
          <pc:sldMk cId="4188894607" sldId="345"/>
        </pc:sldMkLst>
        <pc:spChg chg="mod">
          <ac:chgData name="昕 许" userId="a2975fcd840abfc3" providerId="LiveId" clId="{49CCD4F9-177C-4270-9A14-60236FF377E8}" dt="2026-04-22T04:14:38.950" v="11287" actId="1076"/>
          <ac:spMkLst>
            <pc:docMk/>
            <pc:sldMk cId="4188894607" sldId="345"/>
            <ac:spMk id="28" creationId="{33CD499D-744E-4358-BB8E-014FC8AD3040}"/>
          </ac:spMkLst>
        </pc:spChg>
        <pc:spChg chg="del">
          <ac:chgData name="昕 许" userId="a2975fcd840abfc3" providerId="LiveId" clId="{49CCD4F9-177C-4270-9A14-60236FF377E8}" dt="2026-04-22T04:14:35.332" v="11285" actId="478"/>
          <ac:spMkLst>
            <pc:docMk/>
            <pc:sldMk cId="4188894607" sldId="345"/>
            <ac:spMk id="39" creationId="{D347E90F-836A-62A9-623C-027BA90E8415}"/>
          </ac:spMkLst>
        </pc:spChg>
        <pc:grpChg chg="del">
          <ac:chgData name="昕 许" userId="a2975fcd840abfc3" providerId="LiveId" clId="{49CCD4F9-177C-4270-9A14-60236FF377E8}" dt="2026-04-22T04:14:35.332" v="11285" actId="478"/>
          <ac:grpSpMkLst>
            <pc:docMk/>
            <pc:sldMk cId="4188894607" sldId="345"/>
            <ac:grpSpMk id="29" creationId="{F29CC4EA-CCF0-1083-9995-CCBA286D88E0}"/>
          </ac:grpSpMkLst>
        </pc:grpChg>
        <pc:cxnChg chg="del mod">
          <ac:chgData name="昕 许" userId="a2975fcd840abfc3" providerId="LiveId" clId="{49CCD4F9-177C-4270-9A14-60236FF377E8}" dt="2026-04-22T04:14:35.991" v="11286" actId="478"/>
          <ac:cxnSpMkLst>
            <pc:docMk/>
            <pc:sldMk cId="4188894607" sldId="345"/>
            <ac:cxnSpMk id="18" creationId="{B512027B-D6B3-B6BB-D285-77F9DC40C2E1}"/>
          </ac:cxnSpMkLst>
        </pc:cxnChg>
      </pc:sldChg>
      <pc:sldChg chg="modSp add mod">
        <pc:chgData name="昕 许" userId="a2975fcd840abfc3" providerId="LiveId" clId="{49CCD4F9-177C-4270-9A14-60236FF377E8}" dt="2026-04-22T04:14:49.240" v="11292" actId="1076"/>
        <pc:sldMkLst>
          <pc:docMk/>
          <pc:sldMk cId="2226318787" sldId="346"/>
        </pc:sldMkLst>
        <pc:spChg chg="mod">
          <ac:chgData name="昕 许" userId="a2975fcd840abfc3" providerId="LiveId" clId="{49CCD4F9-177C-4270-9A14-60236FF377E8}" dt="2026-04-22T04:14:46.862" v="11291" actId="1076"/>
          <ac:spMkLst>
            <pc:docMk/>
            <pc:sldMk cId="2226318787" sldId="346"/>
            <ac:spMk id="28" creationId="{CA92777D-0124-7A3E-F0BC-B016BDCE2F44}"/>
          </ac:spMkLst>
        </pc:spChg>
        <pc:grpChg chg="mod">
          <ac:chgData name="昕 许" userId="a2975fcd840abfc3" providerId="LiveId" clId="{49CCD4F9-177C-4270-9A14-60236FF377E8}" dt="2026-04-22T04:14:49.240" v="11292" actId="1076"/>
          <ac:grpSpMkLst>
            <pc:docMk/>
            <pc:sldMk cId="2226318787" sldId="346"/>
            <ac:grpSpMk id="22" creationId="{0AA4B861-5E82-C7D9-2B16-F6D6CC445B5C}"/>
          </ac:grpSpMkLst>
        </pc:grpChg>
      </pc:sldChg>
      <pc:sldChg chg="modSp add mod">
        <pc:chgData name="昕 许" userId="a2975fcd840abfc3" providerId="LiveId" clId="{49CCD4F9-177C-4270-9A14-60236FF377E8}" dt="2026-04-22T04:18:57.645" v="11296" actId="1076"/>
        <pc:sldMkLst>
          <pc:docMk/>
          <pc:sldMk cId="1653429222" sldId="347"/>
        </pc:sldMkLst>
        <pc:spChg chg="mod">
          <ac:chgData name="昕 许" userId="a2975fcd840abfc3" providerId="LiveId" clId="{49CCD4F9-177C-4270-9A14-60236FF377E8}" dt="2026-04-22T04:18:57.645" v="11296" actId="1076"/>
          <ac:spMkLst>
            <pc:docMk/>
            <pc:sldMk cId="1653429222" sldId="347"/>
            <ac:spMk id="28" creationId="{D92A674C-69BD-38D6-54EA-0A89E88E120F}"/>
          </ac:spMkLst>
        </pc:spChg>
        <pc:grpChg chg="mod">
          <ac:chgData name="昕 许" userId="a2975fcd840abfc3" providerId="LiveId" clId="{49CCD4F9-177C-4270-9A14-60236FF377E8}" dt="2026-04-22T04:18:44.151" v="11294" actId="1076"/>
          <ac:grpSpMkLst>
            <pc:docMk/>
            <pc:sldMk cId="1653429222" sldId="347"/>
            <ac:grpSpMk id="22" creationId="{C48DF1CC-09CC-3C04-45A2-EBD7A13615D7}"/>
          </ac:grpSpMkLst>
        </pc:grpChg>
      </pc:sldChg>
      <pc:sldChg chg="modSp add mod">
        <pc:chgData name="昕 许" userId="a2975fcd840abfc3" providerId="LiveId" clId="{49CCD4F9-177C-4270-9A14-60236FF377E8}" dt="2026-04-22T05:12:06.825" v="11391" actId="208"/>
        <pc:sldMkLst>
          <pc:docMk/>
          <pc:sldMk cId="2331957289" sldId="348"/>
        </pc:sldMkLst>
        <pc:spChg chg="mod">
          <ac:chgData name="昕 许" userId="a2975fcd840abfc3" providerId="LiveId" clId="{49CCD4F9-177C-4270-9A14-60236FF377E8}" dt="2026-04-22T04:19:02.270" v="11297" actId="1076"/>
          <ac:spMkLst>
            <pc:docMk/>
            <pc:sldMk cId="2331957289" sldId="348"/>
            <ac:spMk id="28" creationId="{F166AA6D-F247-3D7B-84D5-E155F556818E}"/>
          </ac:spMkLst>
        </pc:spChg>
        <pc:cxnChg chg="mod">
          <ac:chgData name="昕 许" userId="a2975fcd840abfc3" providerId="LiveId" clId="{49CCD4F9-177C-4270-9A14-60236FF377E8}" dt="2026-04-22T05:12:06.825" v="11391" actId="208"/>
          <ac:cxnSpMkLst>
            <pc:docMk/>
            <pc:sldMk cId="2331957289" sldId="348"/>
            <ac:cxnSpMk id="14" creationId="{6C4D4861-6E08-43D0-0BF6-D1BEB53609AA}"/>
          </ac:cxnSpMkLst>
        </pc:cxnChg>
      </pc:sldChg>
      <pc:sldChg chg="delSp modSp add mod">
        <pc:chgData name="昕 许" userId="a2975fcd840abfc3" providerId="LiveId" clId="{49CCD4F9-177C-4270-9A14-60236FF377E8}" dt="2026-04-22T05:09:32.881" v="11385" actId="478"/>
        <pc:sldMkLst>
          <pc:docMk/>
          <pc:sldMk cId="3451091050" sldId="349"/>
        </pc:sldMkLst>
        <pc:spChg chg="mod">
          <ac:chgData name="昕 许" userId="a2975fcd840abfc3" providerId="LiveId" clId="{49CCD4F9-177C-4270-9A14-60236FF377E8}" dt="2026-04-22T04:19:07.439" v="11299" actId="1076"/>
          <ac:spMkLst>
            <pc:docMk/>
            <pc:sldMk cId="3451091050" sldId="349"/>
            <ac:spMk id="28" creationId="{E793D186-3920-98A9-C81A-8B3394DA229C}"/>
          </ac:spMkLst>
        </pc:spChg>
        <pc:spChg chg="mod">
          <ac:chgData name="昕 许" userId="a2975fcd840abfc3" providerId="LiveId" clId="{49CCD4F9-177C-4270-9A14-60236FF377E8}" dt="2026-04-22T04:19:09.560" v="11301" actId="20577"/>
          <ac:spMkLst>
            <pc:docMk/>
            <pc:sldMk cId="3451091050" sldId="349"/>
            <ac:spMk id="36" creationId="{62D688B3-B805-82DA-41A8-9E86AA299DF1}"/>
          </ac:spMkLst>
        </pc:spChg>
        <pc:cxnChg chg="del mod">
          <ac:chgData name="昕 许" userId="a2975fcd840abfc3" providerId="LiveId" clId="{49CCD4F9-177C-4270-9A14-60236FF377E8}" dt="2026-04-22T05:09:32.881" v="11385" actId="478"/>
          <ac:cxnSpMkLst>
            <pc:docMk/>
            <pc:sldMk cId="3451091050" sldId="349"/>
            <ac:cxnSpMk id="14" creationId="{8D52B4FF-20E7-E14C-5A86-BC3809C2B258}"/>
          </ac:cxnSpMkLst>
        </pc:cxnChg>
      </pc:sldChg>
      <pc:sldChg chg="addSp delSp modSp add mod">
        <pc:chgData name="昕 许" userId="a2975fcd840abfc3" providerId="LiveId" clId="{49CCD4F9-177C-4270-9A14-60236FF377E8}" dt="2026-04-22T05:09:39.404" v="11387" actId="478"/>
        <pc:sldMkLst>
          <pc:docMk/>
          <pc:sldMk cId="3607221701" sldId="350"/>
        </pc:sldMkLst>
        <pc:spChg chg="mod">
          <ac:chgData name="昕 许" userId="a2975fcd840abfc3" providerId="LiveId" clId="{49CCD4F9-177C-4270-9A14-60236FF377E8}" dt="2026-04-22T04:19:20.085" v="11304"/>
          <ac:spMkLst>
            <pc:docMk/>
            <pc:sldMk cId="3607221701" sldId="350"/>
            <ac:spMk id="7" creationId="{394A3C96-9A69-A28E-4763-C00AB20CA6EC}"/>
          </ac:spMkLst>
        </pc:spChg>
        <pc:spChg chg="mod">
          <ac:chgData name="昕 许" userId="a2975fcd840abfc3" providerId="LiveId" clId="{49CCD4F9-177C-4270-9A14-60236FF377E8}" dt="2026-04-22T04:19:23.757" v="11306" actId="20577"/>
          <ac:spMkLst>
            <pc:docMk/>
            <pc:sldMk cId="3607221701" sldId="350"/>
            <ac:spMk id="8" creationId="{97352E08-8D88-CD7E-F592-54E4E55772CA}"/>
          </ac:spMkLst>
        </pc:spChg>
        <pc:spChg chg="mod">
          <ac:chgData name="昕 许" userId="a2975fcd840abfc3" providerId="LiveId" clId="{49CCD4F9-177C-4270-9A14-60236FF377E8}" dt="2026-04-22T04:19:15.676" v="11303" actId="1076"/>
          <ac:spMkLst>
            <pc:docMk/>
            <pc:sldMk cId="3607221701" sldId="350"/>
            <ac:spMk id="28" creationId="{30E9AC16-2FA5-6ED5-D9C8-DC6A9A2E82E3}"/>
          </ac:spMkLst>
        </pc:spChg>
        <pc:grpChg chg="add mod">
          <ac:chgData name="昕 许" userId="a2975fcd840abfc3" providerId="LiveId" clId="{49CCD4F9-177C-4270-9A14-60236FF377E8}" dt="2026-04-22T04:19:22.008" v="11305" actId="1076"/>
          <ac:grpSpMkLst>
            <pc:docMk/>
            <pc:sldMk cId="3607221701" sldId="350"/>
            <ac:grpSpMk id="6" creationId="{90220E5A-EDCB-3EA9-F719-8B529F49B304}"/>
          </ac:grpSpMkLst>
        </pc:grpChg>
        <pc:cxnChg chg="del mod">
          <ac:chgData name="昕 许" userId="a2975fcd840abfc3" providerId="LiveId" clId="{49CCD4F9-177C-4270-9A14-60236FF377E8}" dt="2026-04-22T05:09:39.404" v="11387" actId="478"/>
          <ac:cxnSpMkLst>
            <pc:docMk/>
            <pc:sldMk cId="3607221701" sldId="350"/>
            <ac:cxnSpMk id="14" creationId="{94BDC112-0F98-9048-9996-5A6012AFFA8E}"/>
          </ac:cxnSpMkLst>
        </pc:cxnChg>
      </pc:sldChg>
      <pc:sldChg chg="delSp modSp add mod">
        <pc:chgData name="昕 许" userId="a2975fcd840abfc3" providerId="LiveId" clId="{49CCD4F9-177C-4270-9A14-60236FF377E8}" dt="2026-04-22T04:19:35.078" v="11310" actId="478"/>
        <pc:sldMkLst>
          <pc:docMk/>
          <pc:sldMk cId="3607819763" sldId="351"/>
        </pc:sldMkLst>
        <pc:spChg chg="del">
          <ac:chgData name="昕 许" userId="a2975fcd840abfc3" providerId="LiveId" clId="{49CCD4F9-177C-4270-9A14-60236FF377E8}" dt="2026-04-22T04:19:33.729" v="11309" actId="478"/>
          <ac:spMkLst>
            <pc:docMk/>
            <pc:sldMk cId="3607819763" sldId="351"/>
            <ac:spMk id="11" creationId="{EB5B9E0A-4AA3-5D3B-6925-B12B50D9F172}"/>
          </ac:spMkLst>
        </pc:spChg>
        <pc:spChg chg="del">
          <ac:chgData name="昕 许" userId="a2975fcd840abfc3" providerId="LiveId" clId="{49CCD4F9-177C-4270-9A14-60236FF377E8}" dt="2026-04-22T04:19:33.729" v="11309" actId="478"/>
          <ac:spMkLst>
            <pc:docMk/>
            <pc:sldMk cId="3607819763" sldId="351"/>
            <ac:spMk id="12" creationId="{FED8C166-E799-4432-7C70-BFB9559D6095}"/>
          </ac:spMkLst>
        </pc:spChg>
        <pc:spChg chg="mod">
          <ac:chgData name="昕 许" userId="a2975fcd840abfc3" providerId="LiveId" clId="{49CCD4F9-177C-4270-9A14-60236FF377E8}" dt="2026-04-22T04:19:30.631" v="11308" actId="1076"/>
          <ac:spMkLst>
            <pc:docMk/>
            <pc:sldMk cId="3607819763" sldId="351"/>
            <ac:spMk id="28" creationId="{C285B59F-357E-8A30-0AD3-22521F370917}"/>
          </ac:spMkLst>
        </pc:spChg>
        <pc:spChg chg="del">
          <ac:chgData name="昕 许" userId="a2975fcd840abfc3" providerId="LiveId" clId="{49CCD4F9-177C-4270-9A14-60236FF377E8}" dt="2026-04-22T04:19:33.729" v="11309" actId="478"/>
          <ac:spMkLst>
            <pc:docMk/>
            <pc:sldMk cId="3607819763" sldId="351"/>
            <ac:spMk id="37" creationId="{5FC1D91D-483C-BE36-F44F-4375E0F35BBE}"/>
          </ac:spMkLst>
        </pc:spChg>
        <pc:cxnChg chg="del mod">
          <ac:chgData name="昕 许" userId="a2975fcd840abfc3" providerId="LiveId" clId="{49CCD4F9-177C-4270-9A14-60236FF377E8}" dt="2026-04-22T04:19:35.078" v="11310" actId="478"/>
          <ac:cxnSpMkLst>
            <pc:docMk/>
            <pc:sldMk cId="3607819763" sldId="351"/>
            <ac:cxnSpMk id="14" creationId="{9789E6F8-454B-8DD2-D49A-16E08E3EAC90}"/>
          </ac:cxnSpMkLst>
        </pc:cxnChg>
      </pc:sldChg>
      <pc:sldChg chg="modSp add mod">
        <pc:chgData name="昕 许" userId="a2975fcd840abfc3" providerId="LiveId" clId="{49CCD4F9-177C-4270-9A14-60236FF377E8}" dt="2026-04-22T04:19:45.497" v="11313" actId="1076"/>
        <pc:sldMkLst>
          <pc:docMk/>
          <pc:sldMk cId="4186843912" sldId="352"/>
        </pc:sldMkLst>
        <pc:spChg chg="mod">
          <ac:chgData name="昕 许" userId="a2975fcd840abfc3" providerId="LiveId" clId="{49CCD4F9-177C-4270-9A14-60236FF377E8}" dt="2026-04-22T04:19:40.991" v="11312" actId="1076"/>
          <ac:spMkLst>
            <pc:docMk/>
            <pc:sldMk cId="4186843912" sldId="352"/>
            <ac:spMk id="28" creationId="{8D530A9C-651F-55AA-14AD-FBE3CC1DC7D8}"/>
          </ac:spMkLst>
        </pc:spChg>
        <pc:grpChg chg="mod">
          <ac:chgData name="昕 许" userId="a2975fcd840abfc3" providerId="LiveId" clId="{49CCD4F9-177C-4270-9A14-60236FF377E8}" dt="2026-04-22T04:19:45.497" v="11313" actId="1076"/>
          <ac:grpSpMkLst>
            <pc:docMk/>
            <pc:sldMk cId="4186843912" sldId="352"/>
            <ac:grpSpMk id="6" creationId="{9F30CA5D-02D6-7CD3-EE54-1BADF12818E6}"/>
          </ac:grpSpMkLst>
        </pc:grpChg>
      </pc:sldChg>
      <pc:sldChg chg="modSp add mod">
        <pc:chgData name="昕 许" userId="a2975fcd840abfc3" providerId="LiveId" clId="{49CCD4F9-177C-4270-9A14-60236FF377E8}" dt="2026-04-22T04:19:49.836" v="11315" actId="1076"/>
        <pc:sldMkLst>
          <pc:docMk/>
          <pc:sldMk cId="2289480542" sldId="353"/>
        </pc:sldMkLst>
        <pc:spChg chg="mod">
          <ac:chgData name="昕 许" userId="a2975fcd840abfc3" providerId="LiveId" clId="{49CCD4F9-177C-4270-9A14-60236FF377E8}" dt="2026-04-22T04:19:49.836" v="11315" actId="1076"/>
          <ac:spMkLst>
            <pc:docMk/>
            <pc:sldMk cId="2289480542" sldId="353"/>
            <ac:spMk id="28" creationId="{C5550F72-4464-6C2C-F59C-B48BD3F00711}"/>
          </ac:spMkLst>
        </pc:spChg>
      </pc:sldChg>
      <pc:sldChg chg="modSp add mod">
        <pc:chgData name="昕 许" userId="a2975fcd840abfc3" providerId="LiveId" clId="{49CCD4F9-177C-4270-9A14-60236FF377E8}" dt="2026-04-22T04:19:54.763" v="11317" actId="1076"/>
        <pc:sldMkLst>
          <pc:docMk/>
          <pc:sldMk cId="2165690125" sldId="354"/>
        </pc:sldMkLst>
        <pc:spChg chg="mod">
          <ac:chgData name="昕 许" userId="a2975fcd840abfc3" providerId="LiveId" clId="{49CCD4F9-177C-4270-9A14-60236FF377E8}" dt="2026-04-22T04:19:54.763" v="11317" actId="1076"/>
          <ac:spMkLst>
            <pc:docMk/>
            <pc:sldMk cId="2165690125" sldId="354"/>
            <ac:spMk id="28" creationId="{AA2A07CB-C3A0-FA4B-9364-BB787328F87D}"/>
          </ac:spMkLst>
        </pc:spChg>
      </pc:sldChg>
      <pc:sldChg chg="delSp modSp add mod modAnim">
        <pc:chgData name="昕 许" userId="a2975fcd840abfc3" providerId="LiveId" clId="{49CCD4F9-177C-4270-9A14-60236FF377E8}" dt="2026-04-22T04:20:51.548" v="11327"/>
        <pc:sldMkLst>
          <pc:docMk/>
          <pc:sldMk cId="3227404262" sldId="355"/>
        </pc:sldMkLst>
        <pc:spChg chg="del">
          <ac:chgData name="昕 许" userId="a2975fcd840abfc3" providerId="LiveId" clId="{49CCD4F9-177C-4270-9A14-60236FF377E8}" dt="2026-04-22T04:20:03.348" v="11319" actId="478"/>
          <ac:spMkLst>
            <pc:docMk/>
            <pc:sldMk cId="3227404262" sldId="355"/>
            <ac:spMk id="4" creationId="{BF1C0BAD-A9E0-B3E6-2458-D4C9DF8B865B}"/>
          </ac:spMkLst>
        </pc:spChg>
        <pc:spChg chg="del">
          <ac:chgData name="昕 许" userId="a2975fcd840abfc3" providerId="LiveId" clId="{49CCD4F9-177C-4270-9A14-60236FF377E8}" dt="2026-04-22T04:20:03.348" v="11319" actId="478"/>
          <ac:spMkLst>
            <pc:docMk/>
            <pc:sldMk cId="3227404262" sldId="355"/>
            <ac:spMk id="5" creationId="{C5931AF1-8953-D9AE-C3F8-820A70B814B0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7" creationId="{CBD11C29-0C84-FA07-1523-D42D4ECCE452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8" creationId="{407C2C56-FA42-26BF-8DDD-6630B2926521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24" creationId="{AB5313FC-C016-AFD6-F742-5F56F64DBE01}"/>
          </ac:spMkLst>
        </pc:spChg>
        <pc:spChg chg="mod">
          <ac:chgData name="昕 许" userId="a2975fcd840abfc3" providerId="LiveId" clId="{49CCD4F9-177C-4270-9A14-60236FF377E8}" dt="2026-04-22T04:20:08.719" v="11320" actId="1076"/>
          <ac:spMkLst>
            <pc:docMk/>
            <pc:sldMk cId="3227404262" sldId="355"/>
            <ac:spMk id="28" creationId="{19637297-4A52-B473-6438-F801C2D13B36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35" creationId="{7E9025F5-5F20-CD0E-BD40-D4B881F45073}"/>
          </ac:spMkLst>
        </pc:spChg>
        <pc:spChg chg="del">
          <ac:chgData name="昕 许" userId="a2975fcd840abfc3" providerId="LiveId" clId="{49CCD4F9-177C-4270-9A14-60236FF377E8}" dt="2026-04-22T04:20:03.348" v="11319" actId="478"/>
          <ac:spMkLst>
            <pc:docMk/>
            <pc:sldMk cId="3227404262" sldId="355"/>
            <ac:spMk id="36" creationId="{A9B23D25-984D-5394-AE24-4837B7B9F468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41" creationId="{8E235056-AE62-0343-EE80-58C8134192F8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42" creationId="{F2790D9C-618B-ABE8-84E7-8A841D5F67F6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43" creationId="{472A9455-A874-D5B8-7307-842A83D725D9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45" creationId="{B18BEF5D-835B-879B-3A24-07F9023DD1FD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48" creationId="{10F46E24-E5E9-2B1D-0E42-FD8D847EB336}"/>
          </ac:spMkLst>
        </pc:spChg>
        <pc:spChg chg="mod">
          <ac:chgData name="昕 许" userId="a2975fcd840abfc3" providerId="LiveId" clId="{49CCD4F9-177C-4270-9A14-60236FF377E8}" dt="2026-04-22T04:20:29.877" v="11325" actId="207"/>
          <ac:spMkLst>
            <pc:docMk/>
            <pc:sldMk cId="3227404262" sldId="355"/>
            <ac:spMk id="50" creationId="{57015168-872D-EF04-F3BA-70063D9CE837}"/>
          </ac:spMkLst>
        </pc:spChg>
        <pc:grpChg chg="mod">
          <ac:chgData name="昕 许" userId="a2975fcd840abfc3" providerId="LiveId" clId="{49CCD4F9-177C-4270-9A14-60236FF377E8}" dt="2026-04-22T04:20:26.333" v="11323" actId="1076"/>
          <ac:grpSpMkLst>
            <pc:docMk/>
            <pc:sldMk cId="3227404262" sldId="355"/>
            <ac:grpSpMk id="6" creationId="{64CBC90D-CDAF-6910-873B-E6970A78DDB2}"/>
          </ac:grpSpMkLst>
        </pc:grpChg>
        <pc:grpChg chg="mod">
          <ac:chgData name="昕 许" userId="a2975fcd840abfc3" providerId="LiveId" clId="{49CCD4F9-177C-4270-9A14-60236FF377E8}" dt="2026-04-22T04:20:26.333" v="11323" actId="1076"/>
          <ac:grpSpMkLst>
            <pc:docMk/>
            <pc:sldMk cId="3227404262" sldId="355"/>
            <ac:grpSpMk id="22" creationId="{82375AEC-8F31-5459-93E4-CBFCC5185CCE}"/>
          </ac:grpSpMkLst>
        </pc:grpChg>
        <pc:grpChg chg="mod">
          <ac:chgData name="昕 许" userId="a2975fcd840abfc3" providerId="LiveId" clId="{49CCD4F9-177C-4270-9A14-60236FF377E8}" dt="2026-04-22T04:20:26.333" v="11323" actId="1076"/>
          <ac:grpSpMkLst>
            <pc:docMk/>
            <pc:sldMk cId="3227404262" sldId="355"/>
            <ac:grpSpMk id="31" creationId="{5D728A6B-E58C-B1E4-1131-A71FDFEA5D09}"/>
          </ac:grpSpMkLst>
        </pc:grpChg>
        <pc:grpChg chg="mod">
          <ac:chgData name="昕 许" userId="a2975fcd840abfc3" providerId="LiveId" clId="{49CCD4F9-177C-4270-9A14-60236FF377E8}" dt="2026-04-22T04:20:26.333" v="11323" actId="1076"/>
          <ac:grpSpMkLst>
            <pc:docMk/>
            <pc:sldMk cId="3227404262" sldId="355"/>
            <ac:grpSpMk id="32" creationId="{EADAC76F-5303-D0B3-64F1-C846D554E245}"/>
          </ac:grpSpMkLst>
        </pc:grpChg>
        <pc:grpChg chg="mod">
          <ac:chgData name="昕 许" userId="a2975fcd840abfc3" providerId="LiveId" clId="{49CCD4F9-177C-4270-9A14-60236FF377E8}" dt="2026-04-22T04:20:26.333" v="11323" actId="1076"/>
          <ac:grpSpMkLst>
            <pc:docMk/>
            <pc:sldMk cId="3227404262" sldId="355"/>
            <ac:grpSpMk id="40" creationId="{1AA0FE3F-1008-5039-ED82-D9F8E621C7BD}"/>
          </ac:grpSpMkLst>
        </pc:grpChg>
        <pc:grpChg chg="mod">
          <ac:chgData name="昕 许" userId="a2975fcd840abfc3" providerId="LiveId" clId="{49CCD4F9-177C-4270-9A14-60236FF377E8}" dt="2026-04-22T04:20:26.333" v="11323" actId="1076"/>
          <ac:grpSpMkLst>
            <pc:docMk/>
            <pc:sldMk cId="3227404262" sldId="355"/>
            <ac:grpSpMk id="49" creationId="{DF895E70-2337-42A4-7973-F4D543EFA2C2}"/>
          </ac:grpSpMkLst>
        </pc:grpChg>
      </pc:sldChg>
      <pc:sldChg chg="add del">
        <pc:chgData name="昕 许" userId="a2975fcd840abfc3" providerId="LiveId" clId="{49CCD4F9-177C-4270-9A14-60236FF377E8}" dt="2026-04-22T05:01:05.085" v="11340"/>
        <pc:sldMkLst>
          <pc:docMk/>
          <pc:sldMk cId="1581960759" sldId="356"/>
        </pc:sldMkLst>
      </pc:sldChg>
      <pc:sldChg chg="delSp modSp add mod">
        <pc:chgData name="昕 许" userId="a2975fcd840abfc3" providerId="LiveId" clId="{49CCD4F9-177C-4270-9A14-60236FF377E8}" dt="2026-04-22T05:08:41.715" v="11372" actId="478"/>
        <pc:sldMkLst>
          <pc:docMk/>
          <pc:sldMk cId="3072093142" sldId="356"/>
        </pc:sldMkLst>
        <pc:grpChg chg="mod">
          <ac:chgData name="昕 许" userId="a2975fcd840abfc3" providerId="LiveId" clId="{49CCD4F9-177C-4270-9A14-60236FF377E8}" dt="2026-04-22T05:01:09.999" v="11342" actId="1076"/>
          <ac:grpSpMkLst>
            <pc:docMk/>
            <pc:sldMk cId="3072093142" sldId="356"/>
            <ac:grpSpMk id="49" creationId="{74D476AA-5982-E8C4-2036-2F9C45112C6E}"/>
          </ac:grpSpMkLst>
        </pc:grpChg>
        <pc:cxnChg chg="del mod">
          <ac:chgData name="昕 许" userId="a2975fcd840abfc3" providerId="LiveId" clId="{49CCD4F9-177C-4270-9A14-60236FF377E8}" dt="2026-04-22T05:08:41.715" v="11372" actId="478"/>
          <ac:cxnSpMkLst>
            <pc:docMk/>
            <pc:sldMk cId="3072093142" sldId="356"/>
            <ac:cxnSpMk id="105" creationId="{AC87912D-DBA1-5ACB-CA14-61CEBEAFD639}"/>
          </ac:cxnSpMkLst>
        </pc:cxnChg>
      </pc:sldChg>
      <pc:sldChg chg="addSp delSp modSp add mod">
        <pc:chgData name="昕 许" userId="a2975fcd840abfc3" providerId="LiveId" clId="{49CCD4F9-177C-4270-9A14-60236FF377E8}" dt="2026-04-22T05:08:54.743" v="11377" actId="478"/>
        <pc:sldMkLst>
          <pc:docMk/>
          <pc:sldMk cId="33837132" sldId="357"/>
        </pc:sldMkLst>
        <pc:spChg chg="add del">
          <ac:chgData name="昕 许" userId="a2975fcd840abfc3" providerId="LiveId" clId="{49CCD4F9-177C-4270-9A14-60236FF377E8}" dt="2026-04-22T05:08:53.283" v="11376" actId="478"/>
          <ac:spMkLst>
            <pc:docMk/>
            <pc:sldMk cId="33837132" sldId="357"/>
            <ac:spMk id="41" creationId="{F26711A6-DB00-6609-F014-AFECA364FCB0}"/>
          </ac:spMkLst>
        </pc:spChg>
        <pc:grpChg chg="mod">
          <ac:chgData name="昕 许" userId="a2975fcd840abfc3" providerId="LiveId" clId="{49CCD4F9-177C-4270-9A14-60236FF377E8}" dt="2026-04-22T05:01:30.082" v="11344" actId="1076"/>
          <ac:grpSpMkLst>
            <pc:docMk/>
            <pc:sldMk cId="33837132" sldId="357"/>
            <ac:grpSpMk id="40" creationId="{310AF26B-A028-0411-4AC4-DE3E864A053A}"/>
          </ac:grpSpMkLst>
        </pc:grpChg>
        <pc:cxnChg chg="del mod">
          <ac:chgData name="昕 许" userId="a2975fcd840abfc3" providerId="LiveId" clId="{49CCD4F9-177C-4270-9A14-60236FF377E8}" dt="2026-04-22T05:08:54.743" v="11377" actId="478"/>
          <ac:cxnSpMkLst>
            <pc:docMk/>
            <pc:sldMk cId="33837132" sldId="357"/>
            <ac:cxnSpMk id="76" creationId="{71A15172-BE45-B9A8-E6AD-F0B75695A1D0}"/>
          </ac:cxnSpMkLst>
        </pc:cxnChg>
      </pc:sldChg>
      <pc:sldChg chg="delSp modSp add mod">
        <pc:chgData name="昕 许" userId="a2975fcd840abfc3" providerId="LiveId" clId="{49CCD4F9-177C-4270-9A14-60236FF377E8}" dt="2026-04-22T05:09:16.559" v="11380" actId="478"/>
        <pc:sldMkLst>
          <pc:docMk/>
          <pc:sldMk cId="2693481834" sldId="358"/>
        </pc:sldMkLst>
        <pc:grpChg chg="mod">
          <ac:chgData name="昕 许" userId="a2975fcd840abfc3" providerId="LiveId" clId="{49CCD4F9-177C-4270-9A14-60236FF377E8}" dt="2026-04-22T05:01:42.366" v="11346" actId="1076"/>
          <ac:grpSpMkLst>
            <pc:docMk/>
            <pc:sldMk cId="2693481834" sldId="358"/>
            <ac:grpSpMk id="22" creationId="{6FDE4160-DA16-6AE2-714C-9C05A059C549}"/>
          </ac:grpSpMkLst>
        </pc:grpChg>
        <pc:cxnChg chg="del mod">
          <ac:chgData name="昕 许" userId="a2975fcd840abfc3" providerId="LiveId" clId="{49CCD4F9-177C-4270-9A14-60236FF377E8}" dt="2026-04-22T05:09:16.559" v="11380" actId="478"/>
          <ac:cxnSpMkLst>
            <pc:docMk/>
            <pc:sldMk cId="2693481834" sldId="358"/>
            <ac:cxnSpMk id="91" creationId="{16281D37-0497-0E6B-4C4E-3AAA1C55CFAC}"/>
          </ac:cxnSpMkLst>
        </pc:cxnChg>
      </pc:sldChg>
      <pc:sldChg chg="delSp modSp add mod">
        <pc:chgData name="昕 许" userId="a2975fcd840abfc3" providerId="LiveId" clId="{49CCD4F9-177C-4270-9A14-60236FF377E8}" dt="2026-04-22T05:09:36.033" v="11386" actId="478"/>
        <pc:sldMkLst>
          <pc:docMk/>
          <pc:sldMk cId="4170891975" sldId="359"/>
        </pc:sldMkLst>
        <pc:grpChg chg="mod">
          <ac:chgData name="昕 许" userId="a2975fcd840abfc3" providerId="LiveId" clId="{49CCD4F9-177C-4270-9A14-60236FF377E8}" dt="2026-04-22T05:01:55.800" v="11348" actId="1076"/>
          <ac:grpSpMkLst>
            <pc:docMk/>
            <pc:sldMk cId="4170891975" sldId="359"/>
            <ac:grpSpMk id="6" creationId="{8F1A4111-3A1F-2ECE-F119-9B5D2E7CB2BE}"/>
          </ac:grpSpMkLst>
        </pc:grpChg>
        <pc:cxnChg chg="del mod">
          <ac:chgData name="昕 许" userId="a2975fcd840abfc3" providerId="LiveId" clId="{49CCD4F9-177C-4270-9A14-60236FF377E8}" dt="2026-04-22T05:09:36.033" v="11386" actId="478"/>
          <ac:cxnSpMkLst>
            <pc:docMk/>
            <pc:sldMk cId="4170891975" sldId="359"/>
            <ac:cxnSpMk id="14" creationId="{E8974829-AAF7-E20E-FE75-2E17F6AA71A0}"/>
          </ac:cxnSpMkLst>
        </pc:cxnChg>
      </pc:sldChg>
      <pc:sldChg chg="delSp modSp add mod">
        <pc:chgData name="昕 许" userId="a2975fcd840abfc3" providerId="LiveId" clId="{49CCD4F9-177C-4270-9A14-60236FF377E8}" dt="2026-04-22T05:03:49.511" v="11351" actId="1076"/>
        <pc:sldMkLst>
          <pc:docMk/>
          <pc:sldMk cId="125095937" sldId="360"/>
        </pc:sldMkLst>
        <pc:grpChg chg="mod">
          <ac:chgData name="昕 许" userId="a2975fcd840abfc3" providerId="LiveId" clId="{49CCD4F9-177C-4270-9A14-60236FF377E8}" dt="2026-04-22T05:03:49.511" v="11351" actId="1076"/>
          <ac:grpSpMkLst>
            <pc:docMk/>
            <pc:sldMk cId="125095937" sldId="360"/>
            <ac:grpSpMk id="32" creationId="{B416B569-2B86-B0D1-F5F1-12C1F042572E}"/>
          </ac:grpSpMkLst>
        </pc:grpChg>
        <pc:grpChg chg="del">
          <ac:chgData name="昕 许" userId="a2975fcd840abfc3" providerId="LiveId" clId="{49CCD4F9-177C-4270-9A14-60236FF377E8}" dt="2026-04-22T05:03:46.266" v="11350" actId="478"/>
          <ac:grpSpMkLst>
            <pc:docMk/>
            <pc:sldMk cId="125095937" sldId="360"/>
            <ac:grpSpMk id="44" creationId="{9AAE643E-1B3E-7AAD-D7C4-F4489BF4A969}"/>
          </ac:grpSpMkLst>
        </pc:grpChg>
      </pc:sldChg>
      <pc:sldChg chg="modSp add mod">
        <pc:chgData name="昕 许" userId="a2975fcd840abfc3" providerId="LiveId" clId="{49CCD4F9-177C-4270-9A14-60236FF377E8}" dt="2026-04-22T05:03:55.705" v="11353" actId="1076"/>
        <pc:sldMkLst>
          <pc:docMk/>
          <pc:sldMk cId="1967999696" sldId="361"/>
        </pc:sldMkLst>
        <pc:grpChg chg="mod">
          <ac:chgData name="昕 许" userId="a2975fcd840abfc3" providerId="LiveId" clId="{49CCD4F9-177C-4270-9A14-60236FF377E8}" dt="2026-04-22T05:03:55.705" v="11353" actId="1076"/>
          <ac:grpSpMkLst>
            <pc:docMk/>
            <pc:sldMk cId="1967999696" sldId="361"/>
            <ac:grpSpMk id="32" creationId="{883FB92A-F5DA-271F-DA4E-CCA4FA63EA65}"/>
          </ac:grpSpMkLst>
        </pc:grpChg>
      </pc:sldChg>
      <pc:sldChg chg="addSp modSp add mod">
        <pc:chgData name="昕 许" userId="a2975fcd840abfc3" providerId="LiveId" clId="{49CCD4F9-177C-4270-9A14-60236FF377E8}" dt="2026-04-22T05:04:06.925" v="11358" actId="20577"/>
        <pc:sldMkLst>
          <pc:docMk/>
          <pc:sldMk cId="1555255475" sldId="362"/>
        </pc:sldMkLst>
        <pc:spChg chg="mod">
          <ac:chgData name="昕 许" userId="a2975fcd840abfc3" providerId="LiveId" clId="{49CCD4F9-177C-4270-9A14-60236FF377E8}" dt="2026-04-22T05:04:02.312" v="11355"/>
          <ac:spMkLst>
            <pc:docMk/>
            <pc:sldMk cId="1555255475" sldId="362"/>
            <ac:spMk id="44" creationId="{F4546A14-ECB5-932D-D172-5FC6A0E7565E}"/>
          </ac:spMkLst>
        </pc:spChg>
        <pc:spChg chg="mod">
          <ac:chgData name="昕 许" userId="a2975fcd840abfc3" providerId="LiveId" clId="{49CCD4F9-177C-4270-9A14-60236FF377E8}" dt="2026-04-22T05:04:06.925" v="11358" actId="20577"/>
          <ac:spMkLst>
            <pc:docMk/>
            <pc:sldMk cId="1555255475" sldId="362"/>
            <ac:spMk id="45" creationId="{42E12195-4F2E-1C25-FE80-C0B38A5D2E33}"/>
          </ac:spMkLst>
        </pc:spChg>
        <pc:grpChg chg="add mod">
          <ac:chgData name="昕 许" userId="a2975fcd840abfc3" providerId="LiveId" clId="{49CCD4F9-177C-4270-9A14-60236FF377E8}" dt="2026-04-22T05:04:05.318" v="11356" actId="1076"/>
          <ac:grpSpMkLst>
            <pc:docMk/>
            <pc:sldMk cId="1555255475" sldId="362"/>
            <ac:grpSpMk id="31" creationId="{56C412FF-2860-E1E8-1D7F-A8DF367228CF}"/>
          </ac:grpSpMkLst>
        </pc:grpChg>
      </pc:sldChg>
      <pc:sldChg chg="delSp add mod delAnim">
        <pc:chgData name="昕 许" userId="a2975fcd840abfc3" providerId="LiveId" clId="{49CCD4F9-177C-4270-9A14-60236FF377E8}" dt="2026-04-22T05:07:05.010" v="11370" actId="478"/>
        <pc:sldMkLst>
          <pc:docMk/>
          <pc:sldMk cId="1972754951" sldId="363"/>
        </pc:sldMkLst>
        <pc:spChg chg="del">
          <ac:chgData name="昕 许" userId="a2975fcd840abfc3" providerId="LiveId" clId="{49CCD4F9-177C-4270-9A14-60236FF377E8}" dt="2026-04-22T05:06:13.759" v="11368" actId="478"/>
          <ac:spMkLst>
            <pc:docMk/>
            <pc:sldMk cId="1972754951" sldId="363"/>
            <ac:spMk id="28" creationId="{0B38300F-F32B-5640-8455-89FEE894342D}"/>
          </ac:spMkLst>
        </pc:spChg>
        <pc:spChg chg="del">
          <ac:chgData name="昕 许" userId="a2975fcd840abfc3" providerId="LiveId" clId="{49CCD4F9-177C-4270-9A14-60236FF377E8}" dt="2026-04-22T05:07:05.010" v="11370" actId="478"/>
          <ac:spMkLst>
            <pc:docMk/>
            <pc:sldMk cId="1972754951" sldId="363"/>
            <ac:spMk id="30" creationId="{2ED80A08-B9C4-3B12-E744-41B817B5D2C1}"/>
          </ac:spMkLst>
        </pc:spChg>
        <pc:spChg chg="del">
          <ac:chgData name="昕 许" userId="a2975fcd840abfc3" providerId="LiveId" clId="{49CCD4F9-177C-4270-9A14-60236FF377E8}" dt="2026-04-22T05:07:05.010" v="11370" actId="478"/>
          <ac:spMkLst>
            <pc:docMk/>
            <pc:sldMk cId="1972754951" sldId="363"/>
            <ac:spMk id="35" creationId="{C41F9DF4-5144-E834-28F2-3D2F9808CBF8}"/>
          </ac:spMkLst>
        </pc:spChg>
        <pc:cxnChg chg="del">
          <ac:chgData name="昕 许" userId="a2975fcd840abfc3" providerId="LiveId" clId="{49CCD4F9-177C-4270-9A14-60236FF377E8}" dt="2026-04-22T05:07:05.010" v="11370" actId="478"/>
          <ac:cxnSpMkLst>
            <pc:docMk/>
            <pc:sldMk cId="1972754951" sldId="363"/>
            <ac:cxnSpMk id="33" creationId="{81E0B2BD-F496-E4A1-BC8C-BB62C0D2CB12}"/>
          </ac:cxnSpMkLst>
        </pc:cxnChg>
        <pc:cxnChg chg="del">
          <ac:chgData name="昕 许" userId="a2975fcd840abfc3" providerId="LiveId" clId="{49CCD4F9-177C-4270-9A14-60236FF377E8}" dt="2026-04-22T05:07:05.010" v="11370" actId="478"/>
          <ac:cxnSpMkLst>
            <pc:docMk/>
            <pc:sldMk cId="1972754951" sldId="363"/>
            <ac:cxnSpMk id="34" creationId="{749A3769-1BF5-8996-14DF-0BB5D9981DB4}"/>
          </ac:cxnSpMkLst>
        </pc:cxnChg>
      </pc:sldChg>
      <pc:sldChg chg="add">
        <pc:chgData name="昕 许" userId="a2975fcd840abfc3" providerId="LiveId" clId="{49CCD4F9-177C-4270-9A14-60236FF377E8}" dt="2026-04-22T05:06:10.403" v="11367"/>
        <pc:sldMkLst>
          <pc:docMk/>
          <pc:sldMk cId="108636688" sldId="364"/>
        </pc:sldMkLst>
      </pc:sldChg>
      <pc:sldChg chg="addSp modSp add del mod">
        <pc:chgData name="昕 许" userId="a2975fcd840abfc3" providerId="LiveId" clId="{49CCD4F9-177C-4270-9A14-60236FF377E8}" dt="2026-04-22T05:19:21.076" v="11409" actId="47"/>
        <pc:sldMkLst>
          <pc:docMk/>
          <pc:sldMk cId="99082031" sldId="365"/>
        </pc:sldMkLst>
        <pc:cxnChg chg="add mod">
          <ac:chgData name="昕 许" userId="a2975fcd840abfc3" providerId="LiveId" clId="{49CCD4F9-177C-4270-9A14-60236FF377E8}" dt="2026-04-22T05:19:05.052" v="11404" actId="208"/>
          <ac:cxnSpMkLst>
            <pc:docMk/>
            <pc:sldMk cId="99082031" sldId="365"/>
            <ac:cxnSpMk id="13" creationId="{5065CA1F-353A-FF42-DCEE-67B80CF5ADD7}"/>
          </ac:cxnSpMkLst>
        </pc:cxnChg>
        <pc:cxnChg chg="mod">
          <ac:chgData name="昕 许" userId="a2975fcd840abfc3" providerId="LiveId" clId="{49CCD4F9-177C-4270-9A14-60236FF377E8}" dt="2026-04-22T05:18:57.210" v="11400" actId="1076"/>
          <ac:cxnSpMkLst>
            <pc:docMk/>
            <pc:sldMk cId="99082031" sldId="365"/>
            <ac:cxnSpMk id="105" creationId="{72C88F3F-8CDD-DE82-4A1F-66F22696882F}"/>
          </ac:cxnSpMkLst>
        </pc:cxnChg>
      </pc:sldChg>
      <pc:sldChg chg="modSp add mod">
        <pc:chgData name="昕 许" userId="a2975fcd840abfc3" providerId="LiveId" clId="{49CCD4F9-177C-4270-9A14-60236FF377E8}" dt="2026-04-22T05:19:29.653" v="11414" actId="14100"/>
        <pc:sldMkLst>
          <pc:docMk/>
          <pc:sldMk cId="2350104971" sldId="365"/>
        </pc:sldMkLst>
        <pc:cxnChg chg="mod">
          <ac:chgData name="昕 许" userId="a2975fcd840abfc3" providerId="LiveId" clId="{49CCD4F9-177C-4270-9A14-60236FF377E8}" dt="2026-04-22T05:19:29.653" v="11414" actId="14100"/>
          <ac:cxnSpMkLst>
            <pc:docMk/>
            <pc:sldMk cId="2350104971" sldId="365"/>
            <ac:cxnSpMk id="2" creationId="{9EB33E5B-9AFD-8130-0012-1B6B4B5DFA3F}"/>
          </ac:cxnSpMkLst>
        </pc:cxnChg>
      </pc:sldChg>
      <pc:sldChg chg="addSp delSp modSp add mod">
        <pc:chgData name="昕 许" userId="a2975fcd840abfc3" providerId="LiveId" clId="{49CCD4F9-177C-4270-9A14-60236FF377E8}" dt="2026-04-22T05:19:59.931" v="11421" actId="208"/>
        <pc:sldMkLst>
          <pc:docMk/>
          <pc:sldMk cId="3074951725" sldId="366"/>
        </pc:sldMkLst>
        <pc:spChg chg="mod">
          <ac:chgData name="昕 许" userId="a2975fcd840abfc3" providerId="LiveId" clId="{49CCD4F9-177C-4270-9A14-60236FF377E8}" dt="2026-04-22T05:19:59.931" v="11421" actId="208"/>
          <ac:spMkLst>
            <pc:docMk/>
            <pc:sldMk cId="3074951725" sldId="366"/>
            <ac:spMk id="22" creationId="{8E868563-509E-451F-C0D3-886797E15A33}"/>
          </ac:spMkLst>
        </pc:spChg>
        <pc:spChg chg="mod">
          <ac:chgData name="昕 许" userId="a2975fcd840abfc3" providerId="LiveId" clId="{49CCD4F9-177C-4270-9A14-60236FF377E8}" dt="2026-04-22T05:19:56.174" v="11420" actId="208"/>
          <ac:spMkLst>
            <pc:docMk/>
            <pc:sldMk cId="3074951725" sldId="366"/>
            <ac:spMk id="24" creationId="{1DCDB366-12E4-4087-EE09-0F0B6DBC73E8}"/>
          </ac:spMkLst>
        </pc:spChg>
        <pc:grpChg chg="add del">
          <ac:chgData name="昕 许" userId="a2975fcd840abfc3" providerId="LiveId" clId="{49CCD4F9-177C-4270-9A14-60236FF377E8}" dt="2026-04-22T05:19:50.241" v="11418" actId="478"/>
          <ac:grpSpMkLst>
            <pc:docMk/>
            <pc:sldMk cId="3074951725" sldId="366"/>
            <ac:grpSpMk id="149" creationId="{03CAF945-397F-1AC7-1665-F85436A012BF}"/>
          </ac:grpSpMkLst>
        </pc:grpChg>
        <pc:cxnChg chg="mod">
          <ac:chgData name="昕 许" userId="a2975fcd840abfc3" providerId="LiveId" clId="{49CCD4F9-177C-4270-9A14-60236FF377E8}" dt="2026-04-22T05:19:50.241" v="11418" actId="478"/>
          <ac:cxnSpMkLst>
            <pc:docMk/>
            <pc:sldMk cId="3074951725" sldId="366"/>
            <ac:cxnSpMk id="76" creationId="{4B8C20FE-0A79-5608-6086-214A7B4ECB02}"/>
          </ac:cxnSpMkLst>
        </pc:cxnChg>
      </pc:sldChg>
      <pc:sldChg chg="delSp modSp add mod">
        <pc:chgData name="昕 许" userId="a2975fcd840abfc3" providerId="LiveId" clId="{49CCD4F9-177C-4270-9A14-60236FF377E8}" dt="2026-04-22T05:20:08.766" v="11424" actId="208"/>
        <pc:sldMkLst>
          <pc:docMk/>
          <pc:sldMk cId="2584369836" sldId="367"/>
        </pc:sldMkLst>
        <pc:spChg chg="mod">
          <ac:chgData name="昕 许" userId="a2975fcd840abfc3" providerId="LiveId" clId="{49CCD4F9-177C-4270-9A14-60236FF377E8}" dt="2026-04-22T05:20:08.766" v="11424" actId="208"/>
          <ac:spMkLst>
            <pc:docMk/>
            <pc:sldMk cId="2584369836" sldId="367"/>
            <ac:spMk id="8" creationId="{0632903B-F2E1-CFE5-2166-B2B2E9E357B7}"/>
          </ac:spMkLst>
        </pc:spChg>
        <pc:grpChg chg="del">
          <ac:chgData name="昕 许" userId="a2975fcd840abfc3" providerId="LiveId" clId="{49CCD4F9-177C-4270-9A14-60236FF377E8}" dt="2026-04-22T05:20:03.748" v="11423" actId="478"/>
          <ac:grpSpMkLst>
            <pc:docMk/>
            <pc:sldMk cId="2584369836" sldId="367"/>
            <ac:grpSpMk id="149" creationId="{AC57AB1A-5FFC-7084-8E93-34DA20870CBC}"/>
          </ac:grpSpMkLst>
        </pc:grpChg>
        <pc:cxnChg chg="del mod">
          <ac:chgData name="昕 许" userId="a2975fcd840abfc3" providerId="LiveId" clId="{49CCD4F9-177C-4270-9A14-60236FF377E8}" dt="2026-04-22T05:20:03.748" v="11423" actId="478"/>
          <ac:cxnSpMkLst>
            <pc:docMk/>
            <pc:sldMk cId="2584369836" sldId="367"/>
            <ac:cxnSpMk id="76" creationId="{94692953-E86D-2ED1-A705-E239EDC4986F}"/>
          </ac:cxnSpMkLst>
        </pc:cxnChg>
      </pc:sldChg>
      <pc:sldChg chg="delSp modSp add mod">
        <pc:chgData name="昕 许" userId="a2975fcd840abfc3" providerId="LiveId" clId="{49CCD4F9-177C-4270-9A14-60236FF377E8}" dt="2026-04-22T05:20:18.423" v="11428" actId="208"/>
        <pc:sldMkLst>
          <pc:docMk/>
          <pc:sldMk cId="2479641650" sldId="368"/>
        </pc:sldMkLst>
        <pc:spChg chg="mod">
          <ac:chgData name="昕 许" userId="a2975fcd840abfc3" providerId="LiveId" clId="{49CCD4F9-177C-4270-9A14-60236FF377E8}" dt="2026-04-22T05:20:18.423" v="11428" actId="208"/>
          <ac:spMkLst>
            <pc:docMk/>
            <pc:sldMk cId="2479641650" sldId="368"/>
            <ac:spMk id="4" creationId="{87C3D2AF-8566-C83D-A88C-B9E26CCDE111}"/>
          </ac:spMkLst>
        </pc:spChg>
        <pc:grpChg chg="del">
          <ac:chgData name="昕 许" userId="a2975fcd840abfc3" providerId="LiveId" clId="{49CCD4F9-177C-4270-9A14-60236FF377E8}" dt="2026-04-22T05:20:12.982" v="11426" actId="478"/>
          <ac:grpSpMkLst>
            <pc:docMk/>
            <pc:sldMk cId="2479641650" sldId="368"/>
            <ac:grpSpMk id="29" creationId="{C8DFDAFF-46D5-2D02-B9C8-70F5B4D9428B}"/>
          </ac:grpSpMkLst>
        </pc:grpChg>
        <pc:cxnChg chg="del mod">
          <ac:chgData name="昕 许" userId="a2975fcd840abfc3" providerId="LiveId" clId="{49CCD4F9-177C-4270-9A14-60236FF377E8}" dt="2026-04-22T05:20:13.608" v="11427" actId="478"/>
          <ac:cxnSpMkLst>
            <pc:docMk/>
            <pc:sldMk cId="2479641650" sldId="368"/>
            <ac:cxnSpMk id="18" creationId="{C3F43402-E536-0F53-A328-FA6FB924FC2D}"/>
          </ac:cxnSpMkLst>
        </pc:cxnChg>
      </pc:sldChg>
      <pc:sldChg chg="addSp delSp modSp add mod modAnim">
        <pc:chgData name="昕 许" userId="a2975fcd840abfc3" providerId="LiveId" clId="{49CCD4F9-177C-4270-9A14-60236FF377E8}" dt="2026-04-22T05:21:38.373" v="11467"/>
        <pc:sldMkLst>
          <pc:docMk/>
          <pc:sldMk cId="1864137231" sldId="369"/>
        </pc:sldMkLst>
        <pc:spChg chg="add mod">
          <ac:chgData name="昕 许" userId="a2975fcd840abfc3" providerId="LiveId" clId="{49CCD4F9-177C-4270-9A14-60236FF377E8}" dt="2026-04-22T05:20:52.046" v="11452" actId="1076"/>
          <ac:spMkLst>
            <pc:docMk/>
            <pc:sldMk cId="1864137231" sldId="369"/>
            <ac:spMk id="3" creationId="{A395E758-BEB6-67C4-2DCC-5E923D17BF5F}"/>
          </ac:spMkLst>
        </pc:spChg>
        <pc:spChg chg="del">
          <ac:chgData name="昕 许" userId="a2975fcd840abfc3" providerId="LiveId" clId="{49CCD4F9-177C-4270-9A14-60236FF377E8}" dt="2026-04-22T05:20:21.047" v="11430" actId="478"/>
          <ac:spMkLst>
            <pc:docMk/>
            <pc:sldMk cId="1864137231" sldId="369"/>
            <ac:spMk id="4" creationId="{B23A363C-4094-FE97-C6CA-11E319180467}"/>
          </ac:spMkLst>
        </pc:spChg>
        <pc:spChg chg="del">
          <ac:chgData name="昕 许" userId="a2975fcd840abfc3" providerId="LiveId" clId="{49CCD4F9-177C-4270-9A14-60236FF377E8}" dt="2026-04-22T05:20:21.047" v="11430" actId="478"/>
          <ac:spMkLst>
            <pc:docMk/>
            <pc:sldMk cId="1864137231" sldId="369"/>
            <ac:spMk id="5" creationId="{6C33EF49-9CD3-109D-BBDE-F01DED7730AF}"/>
          </ac:spMkLst>
        </pc:spChg>
        <pc:spChg chg="add mod">
          <ac:chgData name="昕 许" userId="a2975fcd840abfc3" providerId="LiveId" clId="{49CCD4F9-177C-4270-9A14-60236FF377E8}" dt="2026-04-22T05:20:58.137" v="11454" actId="1076"/>
          <ac:spMkLst>
            <pc:docMk/>
            <pc:sldMk cId="1864137231" sldId="369"/>
            <ac:spMk id="8" creationId="{7AC18648-7462-E965-2C4F-51A84CA086C7}"/>
          </ac:spMkLst>
        </pc:spChg>
        <pc:spChg chg="add mod">
          <ac:chgData name="昕 许" userId="a2975fcd840abfc3" providerId="LiveId" clId="{49CCD4F9-177C-4270-9A14-60236FF377E8}" dt="2026-04-22T05:21:01.074" v="11456" actId="1076"/>
          <ac:spMkLst>
            <pc:docMk/>
            <pc:sldMk cId="1864137231" sldId="369"/>
            <ac:spMk id="9" creationId="{67093347-9171-17AA-D046-2331D9AB1E85}"/>
          </ac:spMkLst>
        </pc:spChg>
        <pc:cxnChg chg="del mod">
          <ac:chgData name="昕 许" userId="a2975fcd840abfc3" providerId="LiveId" clId="{49CCD4F9-177C-4270-9A14-60236FF377E8}" dt="2026-04-22T05:20:22.688" v="11432" actId="478"/>
          <ac:cxnSpMkLst>
            <pc:docMk/>
            <pc:sldMk cId="1864137231" sldId="369"/>
            <ac:cxnSpMk id="14" creationId="{536A1B73-01BF-ED4A-7115-82E94DA165EB}"/>
          </ac:cxnSpMkLst>
        </pc:cxnChg>
        <pc:cxnChg chg="del mod">
          <ac:chgData name="昕 许" userId="a2975fcd840abfc3" providerId="LiveId" clId="{49CCD4F9-177C-4270-9A14-60236FF377E8}" dt="2026-04-22T05:20:21.753" v="11431" actId="478"/>
          <ac:cxnSpMkLst>
            <pc:docMk/>
            <pc:sldMk cId="1864137231" sldId="369"/>
            <ac:cxnSpMk id="15" creationId="{6BB2642C-7595-61D8-839E-C34BA8F5FAB2}"/>
          </ac:cxnSpMkLst>
        </pc:cxnChg>
      </pc:sldChg>
      <pc:sldChg chg="add ord">
        <pc:chgData name="昕 许" userId="a2975fcd840abfc3" providerId="LiveId" clId="{49CCD4F9-177C-4270-9A14-60236FF377E8}" dt="2026-04-22T05:21:14.474" v="11464"/>
        <pc:sldMkLst>
          <pc:docMk/>
          <pc:sldMk cId="1461147949" sldId="370"/>
        </pc:sldMkLst>
      </pc:sldChg>
      <pc:sldChg chg="addSp delSp modSp add mod delAnim modAnim">
        <pc:chgData name="昕 许" userId="a2975fcd840abfc3" providerId="LiveId" clId="{49CCD4F9-177C-4270-9A14-60236FF377E8}" dt="2026-04-22T08:42:06.707" v="11591" actId="207"/>
        <pc:sldMkLst>
          <pc:docMk/>
          <pc:sldMk cId="2214277060" sldId="371"/>
        </pc:sldMkLst>
        <pc:spChg chg="del">
          <ac:chgData name="昕 许" userId="a2975fcd840abfc3" providerId="LiveId" clId="{49CCD4F9-177C-4270-9A14-60236FF377E8}" dt="2026-04-22T05:34:16.618" v="11470" actId="478"/>
          <ac:spMkLst>
            <pc:docMk/>
            <pc:sldMk cId="2214277060" sldId="371"/>
            <ac:spMk id="3" creationId="{62A6F71F-7BF9-F262-E84A-7F0A9963EA73}"/>
          </ac:spMkLst>
        </pc:spChg>
        <pc:spChg chg="add mod">
          <ac:chgData name="昕 许" userId="a2975fcd840abfc3" providerId="LiveId" clId="{49CCD4F9-177C-4270-9A14-60236FF377E8}" dt="2026-04-22T08:42:06.707" v="11591" actId="207"/>
          <ac:spMkLst>
            <pc:docMk/>
            <pc:sldMk cId="2214277060" sldId="371"/>
            <ac:spMk id="4" creationId="{65A831F2-724E-839A-8C1B-84D48C29505B}"/>
          </ac:spMkLst>
        </pc:spChg>
        <pc:spChg chg="add mod">
          <ac:chgData name="昕 许" userId="a2975fcd840abfc3" providerId="LiveId" clId="{49CCD4F9-177C-4270-9A14-60236FF377E8}" dt="2026-04-22T08:42:02.595" v="11590" actId="207"/>
          <ac:spMkLst>
            <pc:docMk/>
            <pc:sldMk cId="2214277060" sldId="371"/>
            <ac:spMk id="5" creationId="{BC4BFCDF-CCCE-48AB-31C9-AF865DE82050}"/>
          </ac:spMkLst>
        </pc:spChg>
        <pc:spChg chg="mod">
          <ac:chgData name="昕 许" userId="a2975fcd840abfc3" providerId="LiveId" clId="{49CCD4F9-177C-4270-9A14-60236FF377E8}" dt="2026-04-22T08:41:47.434" v="11587" actId="207"/>
          <ac:spMkLst>
            <pc:docMk/>
            <pc:sldMk cId="2214277060" sldId="371"/>
            <ac:spMk id="7" creationId="{4ABC0EC6-F321-DC62-34DF-8FC11E59AA81}"/>
          </ac:spMkLst>
        </pc:spChg>
        <pc:spChg chg="del">
          <ac:chgData name="昕 许" userId="a2975fcd840abfc3" providerId="LiveId" clId="{49CCD4F9-177C-4270-9A14-60236FF377E8}" dt="2026-04-22T05:34:19.316" v="11471" actId="478"/>
          <ac:spMkLst>
            <pc:docMk/>
            <pc:sldMk cId="2214277060" sldId="371"/>
            <ac:spMk id="8" creationId="{051E586C-ECB9-C203-953A-A02B8EAC5375}"/>
          </ac:spMkLst>
        </pc:spChg>
        <pc:spChg chg="del">
          <ac:chgData name="昕 许" userId="a2975fcd840abfc3" providerId="LiveId" clId="{49CCD4F9-177C-4270-9A14-60236FF377E8}" dt="2026-04-22T05:34:10.858" v="11469" actId="478"/>
          <ac:spMkLst>
            <pc:docMk/>
            <pc:sldMk cId="2214277060" sldId="371"/>
            <ac:spMk id="9" creationId="{A7C1FF29-F452-AB34-35DF-A3A72747F2E9}"/>
          </ac:spMkLst>
        </pc:spChg>
        <pc:spChg chg="mod">
          <ac:chgData name="昕 许" userId="a2975fcd840abfc3" providerId="LiveId" clId="{49CCD4F9-177C-4270-9A14-60236FF377E8}" dt="2026-04-22T05:34:59.560" v="11535" actId="1076"/>
          <ac:spMkLst>
            <pc:docMk/>
            <pc:sldMk cId="2214277060" sldId="371"/>
            <ac:spMk id="11" creationId="{D771A79C-89A4-F7AC-BF49-5332A3A5DF9E}"/>
          </ac:spMkLst>
        </pc:spChg>
        <pc:spChg chg="mod">
          <ac:chgData name="昕 许" userId="a2975fcd840abfc3" providerId="LiveId" clId="{49CCD4F9-177C-4270-9A14-60236FF377E8}" dt="2026-04-22T08:41:42.413" v="11586" actId="207"/>
          <ac:spMkLst>
            <pc:docMk/>
            <pc:sldMk cId="2214277060" sldId="371"/>
            <ac:spMk id="12" creationId="{A981BA4F-9BCE-ADDC-048C-DC842F54195A}"/>
          </ac:spMkLst>
        </pc:spChg>
        <pc:grpChg chg="del">
          <ac:chgData name="昕 许" userId="a2975fcd840abfc3" providerId="LiveId" clId="{49CCD4F9-177C-4270-9A14-60236FF377E8}" dt="2026-04-22T05:34:10.858" v="11469" actId="478"/>
          <ac:grpSpMkLst>
            <pc:docMk/>
            <pc:sldMk cId="2214277060" sldId="371"/>
            <ac:grpSpMk id="158" creationId="{91386DB6-4980-42B3-B3BB-AED2F385FFEB}"/>
          </ac:grpSpMkLst>
        </pc:grpChg>
        <pc:grpChg chg="mod">
          <ac:chgData name="昕 许" userId="a2975fcd840abfc3" providerId="LiveId" clId="{49CCD4F9-177C-4270-9A14-60236FF377E8}" dt="2026-04-22T05:34:59.560" v="11535" actId="1076"/>
          <ac:grpSpMkLst>
            <pc:docMk/>
            <pc:sldMk cId="2214277060" sldId="371"/>
            <ac:grpSpMk id="159" creationId="{062D756F-BD06-A07F-4800-379636022E41}"/>
          </ac:grpSpMkLst>
        </pc:grpChg>
        <pc:cxnChg chg="del mod">
          <ac:chgData name="昕 许" userId="a2975fcd840abfc3" providerId="LiveId" clId="{49CCD4F9-177C-4270-9A14-60236FF377E8}" dt="2026-04-22T05:34:10.858" v="11469" actId="478"/>
          <ac:cxnSpMkLst>
            <pc:docMk/>
            <pc:sldMk cId="2214277060" sldId="371"/>
            <ac:cxnSpMk id="2" creationId="{D1B837DD-C26C-CB58-F319-FEB6A0773BC2}"/>
          </ac:cxnSpMkLst>
        </pc:cxnChg>
        <pc:cxnChg chg="mod">
          <ac:chgData name="昕 许" userId="a2975fcd840abfc3" providerId="LiveId" clId="{49CCD4F9-177C-4270-9A14-60236FF377E8}" dt="2026-04-22T05:34:59.560" v="11535" actId="1076"/>
          <ac:cxnSpMkLst>
            <pc:docMk/>
            <pc:sldMk cId="2214277060" sldId="371"/>
            <ac:cxnSpMk id="91" creationId="{4D4BB85B-9718-8302-668E-51112C2F534B}"/>
          </ac:cxnSpMkLst>
        </pc:cxnChg>
        <pc:cxnChg chg="del mod">
          <ac:chgData name="昕 许" userId="a2975fcd840abfc3" providerId="LiveId" clId="{49CCD4F9-177C-4270-9A14-60236FF377E8}" dt="2026-04-22T05:34:10.858" v="11469" actId="478"/>
          <ac:cxnSpMkLst>
            <pc:docMk/>
            <pc:sldMk cId="2214277060" sldId="371"/>
            <ac:cxnSpMk id="105" creationId="{8655414C-503A-E008-AC0A-C4A330F6362B}"/>
          </ac:cxnSpMkLst>
        </pc:cxnChg>
      </pc:sldChg>
      <pc:sldChg chg="delSp add del mod">
        <pc:chgData name="昕 许" userId="a2975fcd840abfc3" providerId="LiveId" clId="{49CCD4F9-177C-4270-9A14-60236FF377E8}" dt="2026-04-22T05:21:15.336" v="11465" actId="47"/>
        <pc:sldMkLst>
          <pc:docMk/>
          <pc:sldMk cId="3143972141" sldId="371"/>
        </pc:sldMkLst>
        <pc:spChg chg="del">
          <ac:chgData name="昕 许" userId="a2975fcd840abfc3" providerId="LiveId" clId="{49CCD4F9-177C-4270-9A14-60236FF377E8}" dt="2026-04-22T05:21:05.184" v="11459" actId="478"/>
          <ac:spMkLst>
            <pc:docMk/>
            <pc:sldMk cId="3143972141" sldId="371"/>
            <ac:spMk id="3" creationId="{8967DB76-922F-673A-7253-07E24D06B10B}"/>
          </ac:spMkLst>
        </pc:spChg>
        <pc:spChg chg="del">
          <ac:chgData name="昕 许" userId="a2975fcd840abfc3" providerId="LiveId" clId="{49CCD4F9-177C-4270-9A14-60236FF377E8}" dt="2026-04-22T05:21:04.172" v="11458" actId="478"/>
          <ac:spMkLst>
            <pc:docMk/>
            <pc:sldMk cId="3143972141" sldId="371"/>
            <ac:spMk id="8" creationId="{57AC0E69-E7E3-6AAC-44E9-DB289F10F83F}"/>
          </ac:spMkLst>
        </pc:spChg>
        <pc:spChg chg="del">
          <ac:chgData name="昕 许" userId="a2975fcd840abfc3" providerId="LiveId" clId="{49CCD4F9-177C-4270-9A14-60236FF377E8}" dt="2026-04-22T05:21:06.232" v="11460" actId="478"/>
          <ac:spMkLst>
            <pc:docMk/>
            <pc:sldMk cId="3143972141" sldId="371"/>
            <ac:spMk id="9" creationId="{4638BE6D-4148-91B2-66AA-8543193495C3}"/>
          </ac:spMkLst>
        </pc:spChg>
      </pc:sldChg>
      <pc:sldChg chg="addSp modSp add mod">
        <pc:chgData name="昕 许" userId="a2975fcd840abfc3" providerId="LiveId" clId="{49CCD4F9-177C-4270-9A14-60236FF377E8}" dt="2026-04-22T08:44:14.744" v="11671" actId="20577"/>
        <pc:sldMkLst>
          <pc:docMk/>
          <pc:sldMk cId="685487834" sldId="372"/>
        </pc:sldMkLst>
        <pc:spChg chg="add mod">
          <ac:chgData name="昕 许" userId="a2975fcd840abfc3" providerId="LiveId" clId="{49CCD4F9-177C-4270-9A14-60236FF377E8}" dt="2026-04-22T08:43:16.378" v="11647" actId="1076"/>
          <ac:spMkLst>
            <pc:docMk/>
            <pc:sldMk cId="685487834" sldId="372"/>
            <ac:spMk id="2" creationId="{2BBF55D3-FBA9-3754-D6EB-AA2FF7AB76C4}"/>
          </ac:spMkLst>
        </pc:spChg>
        <pc:spChg chg="add mod">
          <ac:chgData name="昕 许" userId="a2975fcd840abfc3" providerId="LiveId" clId="{49CCD4F9-177C-4270-9A14-60236FF377E8}" dt="2026-04-22T08:43:38.813" v="11656" actId="1076"/>
          <ac:spMkLst>
            <pc:docMk/>
            <pc:sldMk cId="685487834" sldId="372"/>
            <ac:spMk id="3" creationId="{E4E55DBC-AE33-204C-F7EB-4A56B71B8CC2}"/>
          </ac:spMkLst>
        </pc:spChg>
        <pc:spChg chg="mod">
          <ac:chgData name="昕 许" userId="a2975fcd840abfc3" providerId="LiveId" clId="{49CCD4F9-177C-4270-9A14-60236FF377E8}" dt="2026-04-22T08:42:44.737" v="11593" actId="1076"/>
          <ac:spMkLst>
            <pc:docMk/>
            <pc:sldMk cId="685487834" sldId="372"/>
            <ac:spMk id="4" creationId="{C0257A6C-BAE1-5200-9C0A-E17385770185}"/>
          </ac:spMkLst>
        </pc:spChg>
        <pc:spChg chg="mod">
          <ac:chgData name="昕 许" userId="a2975fcd840abfc3" providerId="LiveId" clId="{49CCD4F9-177C-4270-9A14-60236FF377E8}" dt="2026-04-22T08:42:44.737" v="11593" actId="1076"/>
          <ac:spMkLst>
            <pc:docMk/>
            <pc:sldMk cId="685487834" sldId="372"/>
            <ac:spMk id="5" creationId="{168212A0-EB89-DF57-08EE-628707A0BEF3}"/>
          </ac:spMkLst>
        </pc:spChg>
        <pc:spChg chg="mod">
          <ac:chgData name="昕 许" userId="a2975fcd840abfc3" providerId="LiveId" clId="{49CCD4F9-177C-4270-9A14-60236FF377E8}" dt="2026-04-22T08:42:44.737" v="11593" actId="1076"/>
          <ac:spMkLst>
            <pc:docMk/>
            <pc:sldMk cId="685487834" sldId="372"/>
            <ac:spMk id="8" creationId="{6B71A7F0-5757-F8E1-A3C1-A0EC796DBDEB}"/>
          </ac:spMkLst>
        </pc:spChg>
        <pc:spChg chg="mod">
          <ac:chgData name="昕 许" userId="a2975fcd840abfc3" providerId="LiveId" clId="{49CCD4F9-177C-4270-9A14-60236FF377E8}" dt="2026-04-22T08:42:44.737" v="11593" actId="1076"/>
          <ac:spMkLst>
            <pc:docMk/>
            <pc:sldMk cId="685487834" sldId="372"/>
            <ac:spMk id="9" creationId="{4CE00E69-2263-09EA-DA75-D27D42E2BD63}"/>
          </ac:spMkLst>
        </pc:spChg>
        <pc:spChg chg="add mod">
          <ac:chgData name="昕 许" userId="a2975fcd840abfc3" providerId="LiveId" clId="{49CCD4F9-177C-4270-9A14-60236FF377E8}" dt="2026-04-22T08:43:50.778" v="11659" actId="20577"/>
          <ac:spMkLst>
            <pc:docMk/>
            <pc:sldMk cId="685487834" sldId="372"/>
            <ac:spMk id="10" creationId="{DE89BF94-683B-6377-C69C-C8F57861DDB7}"/>
          </ac:spMkLst>
        </pc:spChg>
        <pc:spChg chg="mod">
          <ac:chgData name="昕 许" userId="a2975fcd840abfc3" providerId="LiveId" clId="{49CCD4F9-177C-4270-9A14-60236FF377E8}" dt="2026-04-22T08:42:44.737" v="11593" actId="1076"/>
          <ac:spMkLst>
            <pc:docMk/>
            <pc:sldMk cId="685487834" sldId="372"/>
            <ac:spMk id="11" creationId="{0ED0EB3A-E8F9-85DA-483A-B8A958931836}"/>
          </ac:spMkLst>
        </pc:spChg>
        <pc:spChg chg="mod">
          <ac:chgData name="昕 许" userId="a2975fcd840abfc3" providerId="LiveId" clId="{49CCD4F9-177C-4270-9A14-60236FF377E8}" dt="2026-04-22T08:42:44.737" v="11593" actId="1076"/>
          <ac:spMkLst>
            <pc:docMk/>
            <pc:sldMk cId="685487834" sldId="372"/>
            <ac:spMk id="12" creationId="{98AD78E3-4F0E-6B4C-4C79-81C317732530}"/>
          </ac:spMkLst>
        </pc:spChg>
        <pc:spChg chg="add mod">
          <ac:chgData name="昕 许" userId="a2975fcd840abfc3" providerId="LiveId" clId="{49CCD4F9-177C-4270-9A14-60236FF377E8}" dt="2026-04-22T08:44:04.765" v="11665" actId="20577"/>
          <ac:spMkLst>
            <pc:docMk/>
            <pc:sldMk cId="685487834" sldId="372"/>
            <ac:spMk id="13" creationId="{78B59759-0C42-1D8D-7D24-194822878C94}"/>
          </ac:spMkLst>
        </pc:spChg>
        <pc:spChg chg="add mod">
          <ac:chgData name="昕 许" userId="a2975fcd840abfc3" providerId="LiveId" clId="{49CCD4F9-177C-4270-9A14-60236FF377E8}" dt="2026-04-22T08:44:02.849" v="11664" actId="20577"/>
          <ac:spMkLst>
            <pc:docMk/>
            <pc:sldMk cId="685487834" sldId="372"/>
            <ac:spMk id="16" creationId="{48CC57A3-C75F-2C88-365B-E0C461A09D16}"/>
          </ac:spMkLst>
        </pc:spChg>
        <pc:spChg chg="add mod">
          <ac:chgData name="昕 许" userId="a2975fcd840abfc3" providerId="LiveId" clId="{49CCD4F9-177C-4270-9A14-60236FF377E8}" dt="2026-04-22T08:44:10.028" v="11668" actId="20577"/>
          <ac:spMkLst>
            <pc:docMk/>
            <pc:sldMk cId="685487834" sldId="372"/>
            <ac:spMk id="17" creationId="{2512074B-1AED-9C33-C876-9B723FFA0020}"/>
          </ac:spMkLst>
        </pc:spChg>
        <pc:spChg chg="add mod">
          <ac:chgData name="昕 许" userId="a2975fcd840abfc3" providerId="LiveId" clId="{49CCD4F9-177C-4270-9A14-60236FF377E8}" dt="2026-04-22T08:44:14.744" v="11671" actId="20577"/>
          <ac:spMkLst>
            <pc:docMk/>
            <pc:sldMk cId="685487834" sldId="372"/>
            <ac:spMk id="19" creationId="{CF86B8CF-C392-72C6-C2D4-EB215419BC24}"/>
          </ac:spMkLst>
        </pc:spChg>
        <pc:grpChg chg="mod">
          <ac:chgData name="昕 许" userId="a2975fcd840abfc3" providerId="LiveId" clId="{49CCD4F9-177C-4270-9A14-60236FF377E8}" dt="2026-04-22T08:42:44.737" v="11593" actId="1076"/>
          <ac:grpSpMkLst>
            <pc:docMk/>
            <pc:sldMk cId="685487834" sldId="372"/>
            <ac:grpSpMk id="149" creationId="{8A0E21E0-01E8-F864-5A5A-C05CD5A6CDCE}"/>
          </ac:grpSpMkLst>
        </pc:grpChg>
        <pc:grpChg chg="mod">
          <ac:chgData name="昕 许" userId="a2975fcd840abfc3" providerId="LiveId" clId="{49CCD4F9-177C-4270-9A14-60236FF377E8}" dt="2026-04-22T08:42:44.737" v="11593" actId="1076"/>
          <ac:grpSpMkLst>
            <pc:docMk/>
            <pc:sldMk cId="685487834" sldId="372"/>
            <ac:grpSpMk id="158" creationId="{AB3ADCD4-F248-7460-1B7E-5FBD896B9B58}"/>
          </ac:grpSpMkLst>
        </pc:grpChg>
        <pc:grpChg chg="mod">
          <ac:chgData name="昕 许" userId="a2975fcd840abfc3" providerId="LiveId" clId="{49CCD4F9-177C-4270-9A14-60236FF377E8}" dt="2026-04-22T08:42:44.737" v="11593" actId="1076"/>
          <ac:grpSpMkLst>
            <pc:docMk/>
            <pc:sldMk cId="685487834" sldId="372"/>
            <ac:grpSpMk id="159" creationId="{82A8EDFE-0EB4-D7E5-6B97-D7B2FE00F781}"/>
          </ac:grpSpMkLst>
        </pc:grpChg>
        <pc:cxnChg chg="mod">
          <ac:chgData name="昕 许" userId="a2975fcd840abfc3" providerId="LiveId" clId="{49CCD4F9-177C-4270-9A14-60236FF377E8}" dt="2026-04-22T08:42:44.737" v="11593" actId="1076"/>
          <ac:cxnSpMkLst>
            <pc:docMk/>
            <pc:sldMk cId="685487834" sldId="372"/>
            <ac:cxnSpMk id="15" creationId="{87B8B0A2-AFE6-A3A9-9C88-CF93588C1C12}"/>
          </ac:cxnSpMkLst>
        </pc:cxnChg>
      </pc:sldChg>
      <pc:sldChg chg="modSp add mod">
        <pc:chgData name="昕 许" userId="a2975fcd840abfc3" providerId="LiveId" clId="{49CCD4F9-177C-4270-9A14-60236FF377E8}" dt="2026-04-22T08:45:20.464" v="11717" actId="20577"/>
        <pc:sldMkLst>
          <pc:docMk/>
          <pc:sldMk cId="3046233210" sldId="373"/>
        </pc:sldMkLst>
        <pc:spChg chg="mod">
          <ac:chgData name="昕 许" userId="a2975fcd840abfc3" providerId="LiveId" clId="{49CCD4F9-177C-4270-9A14-60236FF377E8}" dt="2026-04-22T08:45:05.290" v="11713" actId="1076"/>
          <ac:spMkLst>
            <pc:docMk/>
            <pc:sldMk cId="3046233210" sldId="373"/>
            <ac:spMk id="2" creationId="{E5EE612E-EB68-25DB-F00D-369760DBD209}"/>
          </ac:spMkLst>
        </pc:spChg>
        <pc:spChg chg="mod">
          <ac:chgData name="昕 许" userId="a2975fcd840abfc3" providerId="LiveId" clId="{49CCD4F9-177C-4270-9A14-60236FF377E8}" dt="2026-04-22T08:45:19.503" v="11716" actId="20577"/>
          <ac:spMkLst>
            <pc:docMk/>
            <pc:sldMk cId="3046233210" sldId="373"/>
            <ac:spMk id="3" creationId="{28273E32-A826-39ED-43C4-4386C1B2C932}"/>
          </ac:spMkLst>
        </pc:spChg>
        <pc:spChg chg="mod">
          <ac:chgData name="昕 许" userId="a2975fcd840abfc3" providerId="LiveId" clId="{49CCD4F9-177C-4270-9A14-60236FF377E8}" dt="2026-04-22T08:45:12.507" v="11714" actId="20577"/>
          <ac:spMkLst>
            <pc:docMk/>
            <pc:sldMk cId="3046233210" sldId="373"/>
            <ac:spMk id="10" creationId="{D4DCB2D3-65F7-4484-528B-678CE7EC7DAE}"/>
          </ac:spMkLst>
        </pc:spChg>
        <pc:spChg chg="mod">
          <ac:chgData name="昕 许" userId="a2975fcd840abfc3" providerId="LiveId" clId="{49CCD4F9-177C-4270-9A14-60236FF377E8}" dt="2026-04-22T08:45:15.600" v="11715" actId="20577"/>
          <ac:spMkLst>
            <pc:docMk/>
            <pc:sldMk cId="3046233210" sldId="373"/>
            <ac:spMk id="13" creationId="{E8FF649B-C3DD-4C57-88E0-EE4644BEF59E}"/>
          </ac:spMkLst>
        </pc:spChg>
        <pc:spChg chg="mod">
          <ac:chgData name="昕 许" userId="a2975fcd840abfc3" providerId="LiveId" clId="{49CCD4F9-177C-4270-9A14-60236FF377E8}" dt="2026-04-22T08:45:20.464" v="11717" actId="20577"/>
          <ac:spMkLst>
            <pc:docMk/>
            <pc:sldMk cId="3046233210" sldId="373"/>
            <ac:spMk id="16" creationId="{911D89E4-085B-4221-8E6A-8E4A6B108783}"/>
          </ac:spMkLst>
        </pc:spChg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1.png"/><Relationship Id="rId7" Type="http://schemas.openxmlformats.org/officeDocument/2006/relationships/image" Target="../media/image18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1.png"/><Relationship Id="rId9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7" Type="http://schemas.openxmlformats.org/officeDocument/2006/relationships/image" Target="../media/image50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0.png"/><Relationship Id="rId5" Type="http://schemas.openxmlformats.org/officeDocument/2006/relationships/image" Target="../media/image480.png"/><Relationship Id="rId4" Type="http://schemas.openxmlformats.org/officeDocument/2006/relationships/image" Target="../media/image47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511.png"/><Relationship Id="rId21" Type="http://schemas.openxmlformats.org/officeDocument/2006/relationships/image" Target="../media/image74.png"/><Relationship Id="rId7" Type="http://schemas.openxmlformats.org/officeDocument/2006/relationships/image" Target="../media/image61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9.png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0.png"/><Relationship Id="rId11" Type="http://schemas.openxmlformats.org/officeDocument/2006/relationships/image" Target="../media/image560.png"/><Relationship Id="rId24" Type="http://schemas.openxmlformats.org/officeDocument/2006/relationships/image" Target="../media/image77.png"/><Relationship Id="rId5" Type="http://schemas.openxmlformats.org/officeDocument/2006/relationships/image" Target="../media/image530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4.png"/><Relationship Id="rId19" Type="http://schemas.openxmlformats.org/officeDocument/2006/relationships/image" Target="../media/image72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8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12" Type="http://schemas.openxmlformats.org/officeDocument/2006/relationships/image" Target="../media/image170.png"/><Relationship Id="rId17" Type="http://schemas.openxmlformats.org/officeDocument/2006/relationships/image" Target="../media/image220.png"/><Relationship Id="rId2" Type="http://schemas.openxmlformats.org/officeDocument/2006/relationships/image" Target="../media/image510.png"/><Relationship Id="rId16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1" Type="http://schemas.openxmlformats.org/officeDocument/2006/relationships/image" Target="../media/image160.png"/><Relationship Id="rId15" Type="http://schemas.openxmlformats.org/officeDocument/2006/relationships/image" Target="../media/image200.png"/><Relationship Id="rId10" Type="http://schemas.openxmlformats.org/officeDocument/2006/relationships/image" Target="../media/image150.png"/><Relationship Id="rId19" Type="http://schemas.openxmlformats.org/officeDocument/2006/relationships/image" Target="../media/image240.png"/><Relationship Id="rId4" Type="http://schemas.openxmlformats.org/officeDocument/2006/relationships/image" Target="../media/image620.png"/><Relationship Id="rId9" Type="http://schemas.openxmlformats.org/officeDocument/2006/relationships/image" Target="../media/image140.png"/><Relationship Id="rId1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F04E2-71B2-DAE0-A3B6-C6CA5B5A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FECA4C7-A11F-00DA-71CB-C68DD0AEB9E5}"/>
              </a:ext>
            </a:extLst>
          </p:cNvPr>
          <p:cNvSpPr/>
          <p:nvPr/>
        </p:nvSpPr>
        <p:spPr>
          <a:xfrm>
            <a:off x="6096000" y="712608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B4E5D3-8B67-E626-7F69-30E628A56761}"/>
              </a:ext>
            </a:extLst>
          </p:cNvPr>
          <p:cNvSpPr txBox="1"/>
          <p:nvPr/>
        </p:nvSpPr>
        <p:spPr>
          <a:xfrm>
            <a:off x="6123439" y="98370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</a:t>
            </a: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BCF659F7-641B-0BA1-7CB5-0FF44AF71B1C}"/>
              </a:ext>
            </a:extLst>
          </p:cNvPr>
          <p:cNvGrpSpPr/>
          <p:nvPr/>
        </p:nvGrpSpPr>
        <p:grpSpPr>
          <a:xfrm>
            <a:off x="5870177" y="2096908"/>
            <a:ext cx="1255445" cy="803803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AC0AB95-8190-D346-871D-8BC656C3447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8ECE968-0C06-EB96-964E-D5AF03C13103}"/>
                </a:ext>
              </a:extLst>
            </p:cNvPr>
            <p:cNvSpPr txBox="1"/>
            <p:nvPr/>
          </p:nvSpPr>
          <p:spPr>
            <a:xfrm>
              <a:off x="6139068" y="2393404"/>
              <a:ext cx="12314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线性代数</a:t>
              </a:r>
              <a:r>
                <a:rPr lang="en-US" altLang="zh-CN" sz="1100" b="1" dirty="0"/>
                <a:t>/</a:t>
              </a:r>
              <a:r>
                <a:rPr lang="zh-CN" altLang="en-US" sz="1100" b="1" dirty="0"/>
                <a:t>概率论</a:t>
              </a: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0D6BC424-D6B6-C39F-EC3F-91EEB10204CF}"/>
              </a:ext>
            </a:extLst>
          </p:cNvPr>
          <p:cNvSpPr/>
          <p:nvPr/>
        </p:nvSpPr>
        <p:spPr>
          <a:xfrm>
            <a:off x="7468333" y="2096908"/>
            <a:ext cx="1539875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3ACB14-3A93-2BE2-CA4A-19BF0E20DA07}"/>
              </a:ext>
            </a:extLst>
          </p:cNvPr>
          <p:cNvSpPr txBox="1"/>
          <p:nvPr/>
        </p:nvSpPr>
        <p:spPr>
          <a:xfrm>
            <a:off x="7511148" y="2368004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深度学习工具库使用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0B00926-71C9-1544-5EE3-BA86145D9201}"/>
              </a:ext>
            </a:extLst>
          </p:cNvPr>
          <p:cNvSpPr/>
          <p:nvPr/>
        </p:nvSpPr>
        <p:spPr>
          <a:xfrm>
            <a:off x="4246109" y="2122308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D77B5F-39A1-CE6A-CEB3-47903DE16387}"/>
              </a:ext>
            </a:extLst>
          </p:cNvPr>
          <p:cNvSpPr txBox="1"/>
          <p:nvPr/>
        </p:nvSpPr>
        <p:spPr>
          <a:xfrm>
            <a:off x="4273548" y="239340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机器学习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669A97B-372A-013E-184B-35ABBFA12541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648011" y="1516411"/>
            <a:ext cx="1849891" cy="605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72F8A4-07F9-A5D1-ED16-EE26F6F5FA89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6497900" y="1516411"/>
            <a:ext cx="2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9F4D604-079E-1DA5-46D7-2557BCDD94F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497902" y="1516411"/>
            <a:ext cx="1740369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AE48B46B-0DB7-F5C2-BDC0-44323AB6000E}"/>
              </a:ext>
            </a:extLst>
          </p:cNvPr>
          <p:cNvGrpSpPr/>
          <p:nvPr/>
        </p:nvGrpSpPr>
        <p:grpSpPr>
          <a:xfrm>
            <a:off x="7746145" y="3624617"/>
            <a:ext cx="984250" cy="665345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E98E073-EAB3-47E4-4CB6-485DC00CFCE4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3629D09-C661-F17D-13ED-3489B536AF9D}"/>
                </a:ext>
              </a:extLst>
            </p:cNvPr>
            <p:cNvSpPr txBox="1"/>
            <p:nvPr/>
          </p:nvSpPr>
          <p:spPr>
            <a:xfrm>
              <a:off x="8243052" y="3869774"/>
              <a:ext cx="920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Python</a:t>
              </a:r>
              <a:r>
                <a:rPr lang="zh-CN" altLang="en-US" sz="1100" b="1" dirty="0"/>
                <a:t>语言</a:t>
              </a:r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F0425B7-F9B0-F0C9-1A5D-E472C2D60C6F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 flipH="1">
            <a:off x="8238270" y="2900711"/>
            <a:ext cx="1" cy="7239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78094C5-E2A1-7F5F-8D61-A4B04EA3BAA3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049912" y="2498810"/>
            <a:ext cx="820265" cy="25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B36BA438-A6FC-7CE5-2E95-B11E9BB34FB0}"/>
              </a:ext>
            </a:extLst>
          </p:cNvPr>
          <p:cNvGrpSpPr/>
          <p:nvPr/>
        </p:nvGrpSpPr>
        <p:grpSpPr>
          <a:xfrm>
            <a:off x="6095997" y="3486159"/>
            <a:ext cx="803803" cy="803803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20CE093-9A71-3854-6840-0AAC82960975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F8ED767-9347-CBF1-D55A-730B349B386C}"/>
                </a:ext>
              </a:extLst>
            </p:cNvPr>
            <p:cNvSpPr txBox="1"/>
            <p:nvPr/>
          </p:nvSpPr>
          <p:spPr>
            <a:xfrm>
              <a:off x="5338688" y="380054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高中数学</a:t>
              </a:r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B7F89B9-73D2-7F20-6BC4-EC995EB9FFB7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 flipH="1">
            <a:off x="6497899" y="2900711"/>
            <a:ext cx="1" cy="585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56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4D518-6415-1565-ADCA-E61248F2E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4B6C457-CA5C-F4E4-871E-80F39D899F17}"/>
              </a:ext>
            </a:extLst>
          </p:cNvPr>
          <p:cNvSpPr/>
          <p:nvPr/>
        </p:nvSpPr>
        <p:spPr>
          <a:xfrm>
            <a:off x="3602566" y="712608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CB94BA-3F6A-7170-5584-35340602A775}"/>
              </a:ext>
            </a:extLst>
          </p:cNvPr>
          <p:cNvSpPr txBox="1"/>
          <p:nvPr/>
        </p:nvSpPr>
        <p:spPr>
          <a:xfrm>
            <a:off x="3630005" y="98370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</a:t>
            </a: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9E990A65-63A1-F67C-9A8C-A11A8E5D42D5}"/>
              </a:ext>
            </a:extLst>
          </p:cNvPr>
          <p:cNvGrpSpPr/>
          <p:nvPr/>
        </p:nvGrpSpPr>
        <p:grpSpPr>
          <a:xfrm>
            <a:off x="3376743" y="2096908"/>
            <a:ext cx="1255445" cy="803803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6FEB37D-0F0A-C96B-5CF1-00FAF4658A6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34FD70-5806-6E6A-07F0-25C9AE54C8C6}"/>
                </a:ext>
              </a:extLst>
            </p:cNvPr>
            <p:cNvSpPr txBox="1"/>
            <p:nvPr/>
          </p:nvSpPr>
          <p:spPr>
            <a:xfrm>
              <a:off x="6139068" y="2393404"/>
              <a:ext cx="12314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线性代数</a:t>
              </a:r>
              <a:r>
                <a:rPr lang="en-US" altLang="zh-CN" sz="1100" b="1" dirty="0"/>
                <a:t>/</a:t>
              </a:r>
              <a:r>
                <a:rPr lang="zh-CN" altLang="en-US" sz="1100" b="1" dirty="0"/>
                <a:t>概率论</a:t>
              </a: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7A68D0BB-3DC0-DB18-8A33-34C6CFE0211C}"/>
              </a:ext>
            </a:extLst>
          </p:cNvPr>
          <p:cNvSpPr/>
          <p:nvPr/>
        </p:nvSpPr>
        <p:spPr>
          <a:xfrm>
            <a:off x="4974899" y="2096908"/>
            <a:ext cx="1539875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32B675-1A23-99CC-64B2-34FFB9D2F76A}"/>
              </a:ext>
            </a:extLst>
          </p:cNvPr>
          <p:cNvSpPr txBox="1"/>
          <p:nvPr/>
        </p:nvSpPr>
        <p:spPr>
          <a:xfrm>
            <a:off x="5017714" y="2368004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深度学习工具库使用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C3F9D37-3CE3-96C4-C8DC-909D2C9CC4CA}"/>
              </a:ext>
            </a:extLst>
          </p:cNvPr>
          <p:cNvSpPr/>
          <p:nvPr/>
        </p:nvSpPr>
        <p:spPr>
          <a:xfrm>
            <a:off x="1752675" y="2122308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5E33B4-ACCE-AFAF-9A8F-5977B40F4BD0}"/>
              </a:ext>
            </a:extLst>
          </p:cNvPr>
          <p:cNvSpPr txBox="1"/>
          <p:nvPr/>
        </p:nvSpPr>
        <p:spPr>
          <a:xfrm>
            <a:off x="1780114" y="239340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机器学习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FD34BC5-61BD-6D17-1312-D3432B849332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2154577" y="1516411"/>
            <a:ext cx="1849891" cy="605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3B7F0A9-ED57-3733-8E84-648BBC677083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4004466" y="1516411"/>
            <a:ext cx="2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880B1BF-9021-7C2B-D189-E44E26BEA03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4004468" y="1516411"/>
            <a:ext cx="1740369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8C8C63FA-199B-C58B-2382-E06F3A013115}"/>
              </a:ext>
            </a:extLst>
          </p:cNvPr>
          <p:cNvGrpSpPr/>
          <p:nvPr/>
        </p:nvGrpSpPr>
        <p:grpSpPr>
          <a:xfrm>
            <a:off x="5252711" y="3624617"/>
            <a:ext cx="984250" cy="665345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41630B7-9D1F-B981-4BE7-C311FCFBBA6B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623FEA8-96FB-752D-2BC7-C9696B66C961}"/>
                </a:ext>
              </a:extLst>
            </p:cNvPr>
            <p:cNvSpPr txBox="1"/>
            <p:nvPr/>
          </p:nvSpPr>
          <p:spPr>
            <a:xfrm>
              <a:off x="8243052" y="3869774"/>
              <a:ext cx="920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Python</a:t>
              </a:r>
              <a:r>
                <a:rPr lang="zh-CN" altLang="en-US" sz="1100" b="1" dirty="0"/>
                <a:t>语言</a:t>
              </a:r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7F0633F3-FB9C-D3A1-93B9-35D245EB2BC6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 flipH="1">
            <a:off x="5744836" y="2900711"/>
            <a:ext cx="1" cy="7239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82C63F47-9FDE-A349-39BE-D187615C4324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2556478" y="2498810"/>
            <a:ext cx="820265" cy="25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250319B6-35E8-30C4-1710-713DC7710F03}"/>
              </a:ext>
            </a:extLst>
          </p:cNvPr>
          <p:cNvGrpSpPr/>
          <p:nvPr/>
        </p:nvGrpSpPr>
        <p:grpSpPr>
          <a:xfrm>
            <a:off x="3602563" y="3486159"/>
            <a:ext cx="803803" cy="803803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43C748C-69A9-A6AD-5720-72774A7CD148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A4A41437-0998-0BB0-7B65-58D4D24CE083}"/>
                </a:ext>
              </a:extLst>
            </p:cNvPr>
            <p:cNvSpPr txBox="1"/>
            <p:nvPr/>
          </p:nvSpPr>
          <p:spPr>
            <a:xfrm>
              <a:off x="5338688" y="380054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高中数学</a:t>
              </a:r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1B4D329-245F-5CA3-0EE4-23AF757057FA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 flipH="1">
            <a:off x="4004465" y="2900711"/>
            <a:ext cx="1" cy="585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034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9C40-2ADA-6A8C-F158-596408EFB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0257A6C-BAE1-5200-9C0A-E17385770185}"/>
              </a:ext>
            </a:extLst>
          </p:cNvPr>
          <p:cNvSpPr/>
          <p:nvPr/>
        </p:nvSpPr>
        <p:spPr>
          <a:xfrm>
            <a:off x="5520266" y="1948741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8212A0-EB89-DF57-08EE-628707A0BEF3}"/>
              </a:ext>
            </a:extLst>
          </p:cNvPr>
          <p:cNvSpPr txBox="1"/>
          <p:nvPr/>
        </p:nvSpPr>
        <p:spPr>
          <a:xfrm>
            <a:off x="5547705" y="221983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</a:t>
            </a: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82A8EDFE-0EB4-D7E5-6B97-D7B2FE00F781}"/>
              </a:ext>
            </a:extLst>
          </p:cNvPr>
          <p:cNvGrpSpPr/>
          <p:nvPr/>
        </p:nvGrpSpPr>
        <p:grpSpPr>
          <a:xfrm>
            <a:off x="5294443" y="3333041"/>
            <a:ext cx="1255445" cy="803803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0B3C28D-6C57-6CC2-9A94-63C03058256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2B795B3-4AE1-097F-35F2-BE33046C1B54}"/>
                </a:ext>
              </a:extLst>
            </p:cNvPr>
            <p:cNvSpPr txBox="1"/>
            <p:nvPr/>
          </p:nvSpPr>
          <p:spPr>
            <a:xfrm>
              <a:off x="6139068" y="2393404"/>
              <a:ext cx="12314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线性代数</a:t>
              </a:r>
              <a:r>
                <a:rPr lang="en-US" altLang="zh-CN" sz="1100" b="1" dirty="0"/>
                <a:t>/</a:t>
              </a:r>
              <a:r>
                <a:rPr lang="zh-CN" altLang="en-US" sz="1100" b="1" dirty="0"/>
                <a:t>概率论</a:t>
              </a: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6B71A7F0-5757-F8E1-A3C1-A0EC796DBDEB}"/>
              </a:ext>
            </a:extLst>
          </p:cNvPr>
          <p:cNvSpPr/>
          <p:nvPr/>
        </p:nvSpPr>
        <p:spPr>
          <a:xfrm>
            <a:off x="6892599" y="3333041"/>
            <a:ext cx="1539875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E00E69-2263-09EA-DA75-D27D42E2BD63}"/>
              </a:ext>
            </a:extLst>
          </p:cNvPr>
          <p:cNvSpPr txBox="1"/>
          <p:nvPr/>
        </p:nvSpPr>
        <p:spPr>
          <a:xfrm>
            <a:off x="6935414" y="3604137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深度学习工具库使用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ED0EB3A-E8F9-85DA-483A-B8A958931836}"/>
              </a:ext>
            </a:extLst>
          </p:cNvPr>
          <p:cNvSpPr/>
          <p:nvPr/>
        </p:nvSpPr>
        <p:spPr>
          <a:xfrm>
            <a:off x="3670375" y="3358441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AD78E3-4F0E-6B4C-4C79-81C317732530}"/>
              </a:ext>
            </a:extLst>
          </p:cNvPr>
          <p:cNvSpPr txBox="1"/>
          <p:nvPr/>
        </p:nvSpPr>
        <p:spPr>
          <a:xfrm>
            <a:off x="3697814" y="362953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机器学习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9874564-BCE4-CA7A-9C8F-B96950BFA9D0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072277" y="2752544"/>
            <a:ext cx="1849891" cy="605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7B8B0A2-AFE6-A3A9-9C88-CF93588C1C1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5922166" y="2752544"/>
            <a:ext cx="2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4ECBE33-D9C9-7C3C-4FCC-55B033781EB2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5922168" y="2752544"/>
            <a:ext cx="1740369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8A0E21E0-01E8-F864-5A5A-C05CD5A6CDCE}"/>
              </a:ext>
            </a:extLst>
          </p:cNvPr>
          <p:cNvGrpSpPr/>
          <p:nvPr/>
        </p:nvGrpSpPr>
        <p:grpSpPr>
          <a:xfrm>
            <a:off x="7170411" y="4860750"/>
            <a:ext cx="984250" cy="665345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A471145-FE77-739E-6DCA-AC3E5A2BC071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F18EEA3-38C7-C0BB-0356-CC8EE8089C97}"/>
                </a:ext>
              </a:extLst>
            </p:cNvPr>
            <p:cNvSpPr txBox="1"/>
            <p:nvPr/>
          </p:nvSpPr>
          <p:spPr>
            <a:xfrm>
              <a:off x="8243052" y="3869774"/>
              <a:ext cx="920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Python</a:t>
              </a:r>
              <a:r>
                <a:rPr lang="zh-CN" altLang="en-US" sz="1100" b="1" dirty="0"/>
                <a:t>语言</a:t>
              </a:r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5F66F866-0916-8C71-F957-344DCDCEDDB8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 flipH="1">
            <a:off x="7662536" y="4136844"/>
            <a:ext cx="1" cy="7239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6AB2019-0A7D-B2EF-7507-A77D5D4B6023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4474178" y="3734943"/>
            <a:ext cx="820265" cy="25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AB3ADCD4-F248-7460-1B7E-5FBD896B9B58}"/>
              </a:ext>
            </a:extLst>
          </p:cNvPr>
          <p:cNvGrpSpPr/>
          <p:nvPr/>
        </p:nvGrpSpPr>
        <p:grpSpPr>
          <a:xfrm>
            <a:off x="5520263" y="4722292"/>
            <a:ext cx="803803" cy="803803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73B4C740-4DCA-032D-AA81-40ADCB461F3D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2465AD8-0B1B-8DF9-CC4B-E05C3A4B3BDB}"/>
                </a:ext>
              </a:extLst>
            </p:cNvPr>
            <p:cNvSpPr txBox="1"/>
            <p:nvPr/>
          </p:nvSpPr>
          <p:spPr>
            <a:xfrm>
              <a:off x="5338688" y="380054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高中数学</a:t>
              </a:r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B2DC0089-8302-C71A-D279-ABDB3DB7A0F1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 flipH="1">
            <a:off x="5922165" y="4136844"/>
            <a:ext cx="1" cy="585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BBF55D3-FBA9-3754-D6EB-AA2FF7AB76C4}"/>
              </a:ext>
            </a:extLst>
          </p:cNvPr>
          <p:cNvSpPr txBox="1"/>
          <p:nvPr/>
        </p:nvSpPr>
        <p:spPr>
          <a:xfrm>
            <a:off x="4635496" y="1194016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一种可能的学习路径序列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55DBC-AE33-204C-F7EB-4A56B71B8CC2}"/>
              </a:ext>
            </a:extLst>
          </p:cNvPr>
          <p:cNvSpPr txBox="1"/>
          <p:nvPr/>
        </p:nvSpPr>
        <p:spPr>
          <a:xfrm>
            <a:off x="5780138" y="475484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E89BF94-683B-6377-C69C-C8F57861DDB7}"/>
              </a:ext>
            </a:extLst>
          </p:cNvPr>
          <p:cNvSpPr txBox="1"/>
          <p:nvPr/>
        </p:nvSpPr>
        <p:spPr>
          <a:xfrm>
            <a:off x="7520509" y="48607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8B59759-0C42-1D8D-7D24-194822878C94}"/>
              </a:ext>
            </a:extLst>
          </p:cNvPr>
          <p:cNvSpPr txBox="1"/>
          <p:nvPr/>
        </p:nvSpPr>
        <p:spPr>
          <a:xfrm>
            <a:off x="7520509" y="337107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CC57A3-C75F-2C88-365B-E0C461A09D16}"/>
              </a:ext>
            </a:extLst>
          </p:cNvPr>
          <p:cNvSpPr txBox="1"/>
          <p:nvPr/>
        </p:nvSpPr>
        <p:spPr>
          <a:xfrm>
            <a:off x="5780138" y="33433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512074B-1AED-9C33-C876-9B723FFA0020}"/>
              </a:ext>
            </a:extLst>
          </p:cNvPr>
          <p:cNvSpPr txBox="1"/>
          <p:nvPr/>
        </p:nvSpPr>
        <p:spPr>
          <a:xfrm>
            <a:off x="3930249" y="339280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86B8CF-C392-72C6-C2D4-EB215419BC24}"/>
              </a:ext>
            </a:extLst>
          </p:cNvPr>
          <p:cNvSpPr txBox="1"/>
          <p:nvPr/>
        </p:nvSpPr>
        <p:spPr>
          <a:xfrm>
            <a:off x="5780138" y="198324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6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487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26B5B-C609-5045-FDAC-E7485245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43629E3-E591-0D9C-AFF2-02FED02F7145}"/>
              </a:ext>
            </a:extLst>
          </p:cNvPr>
          <p:cNvSpPr/>
          <p:nvPr/>
        </p:nvSpPr>
        <p:spPr>
          <a:xfrm>
            <a:off x="5520266" y="1948741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98390F-FA8C-C485-4069-3DAE544C70B4}"/>
              </a:ext>
            </a:extLst>
          </p:cNvPr>
          <p:cNvSpPr txBox="1"/>
          <p:nvPr/>
        </p:nvSpPr>
        <p:spPr>
          <a:xfrm>
            <a:off x="5547705" y="221983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</a:t>
            </a:r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9BAA25AB-2073-1590-2C60-ADBDA3D268DC}"/>
              </a:ext>
            </a:extLst>
          </p:cNvPr>
          <p:cNvGrpSpPr/>
          <p:nvPr/>
        </p:nvGrpSpPr>
        <p:grpSpPr>
          <a:xfrm>
            <a:off x="5294443" y="3333041"/>
            <a:ext cx="1255445" cy="803803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2722A14-9075-AECB-0D8E-77254F64041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1EF5520-F91E-CCDD-429E-57B329B53D36}"/>
                </a:ext>
              </a:extLst>
            </p:cNvPr>
            <p:cNvSpPr txBox="1"/>
            <p:nvPr/>
          </p:nvSpPr>
          <p:spPr>
            <a:xfrm>
              <a:off x="6139068" y="2393404"/>
              <a:ext cx="12314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线性代数</a:t>
              </a:r>
              <a:r>
                <a:rPr lang="en-US" altLang="zh-CN" sz="1100" b="1" dirty="0"/>
                <a:t>/</a:t>
              </a:r>
              <a:r>
                <a:rPr lang="zh-CN" altLang="en-US" sz="1100" b="1" dirty="0"/>
                <a:t>概率论</a:t>
              </a: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id="{C66777DD-402B-ABEC-2F0B-ED8C210F4F94}"/>
              </a:ext>
            </a:extLst>
          </p:cNvPr>
          <p:cNvSpPr/>
          <p:nvPr/>
        </p:nvSpPr>
        <p:spPr>
          <a:xfrm>
            <a:off x="6892599" y="3333041"/>
            <a:ext cx="1539875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3C0560-DBA5-2079-5A2B-17DA13843B79}"/>
              </a:ext>
            </a:extLst>
          </p:cNvPr>
          <p:cNvSpPr txBox="1"/>
          <p:nvPr/>
        </p:nvSpPr>
        <p:spPr>
          <a:xfrm>
            <a:off x="6935414" y="3604137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深度学习工具库使用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E97F108-A731-BCD8-0111-5B3FE7CCC91E}"/>
              </a:ext>
            </a:extLst>
          </p:cNvPr>
          <p:cNvSpPr/>
          <p:nvPr/>
        </p:nvSpPr>
        <p:spPr>
          <a:xfrm>
            <a:off x="3670375" y="3358441"/>
            <a:ext cx="803803" cy="803803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21A8E2-6E26-60C8-48CC-F1FD9365EECA}"/>
              </a:ext>
            </a:extLst>
          </p:cNvPr>
          <p:cNvSpPr txBox="1"/>
          <p:nvPr/>
        </p:nvSpPr>
        <p:spPr>
          <a:xfrm>
            <a:off x="3697814" y="362953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机器学习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F6718C2-6BEE-4236-033B-57929A02D98C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072277" y="2752544"/>
            <a:ext cx="1849891" cy="605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C41E7AF-F52E-A6B6-2FCF-A6791B89E04B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5922166" y="2752544"/>
            <a:ext cx="2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F9F3AF6-A3BA-9EBB-5103-B10F5EEB13CD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5922168" y="2752544"/>
            <a:ext cx="1740369" cy="5804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4AB2B83C-2AA5-243D-7A33-EB2592A11AD6}"/>
              </a:ext>
            </a:extLst>
          </p:cNvPr>
          <p:cNvGrpSpPr/>
          <p:nvPr/>
        </p:nvGrpSpPr>
        <p:grpSpPr>
          <a:xfrm>
            <a:off x="7170411" y="4860750"/>
            <a:ext cx="984250" cy="665345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DF138FD-7F4D-01E9-1FDE-61AE0684FC68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519CCA4-E35A-B577-5567-B41D6D32BBBF}"/>
                </a:ext>
              </a:extLst>
            </p:cNvPr>
            <p:cNvSpPr txBox="1"/>
            <p:nvPr/>
          </p:nvSpPr>
          <p:spPr>
            <a:xfrm>
              <a:off x="8243052" y="3869774"/>
              <a:ext cx="9204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Python</a:t>
              </a:r>
              <a:r>
                <a:rPr lang="zh-CN" altLang="en-US" sz="1100" b="1" dirty="0"/>
                <a:t>语言</a:t>
              </a:r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E3CBB46-61C8-B7E6-7E2B-9AA38FAAEAD3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 flipH="1">
            <a:off x="7662536" y="4136844"/>
            <a:ext cx="1" cy="7239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7557941-4E6D-714C-0B03-8416130981BC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4474178" y="3734943"/>
            <a:ext cx="820265" cy="254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438782D7-613C-4013-C585-C1715933DEBB}"/>
              </a:ext>
            </a:extLst>
          </p:cNvPr>
          <p:cNvGrpSpPr/>
          <p:nvPr/>
        </p:nvGrpSpPr>
        <p:grpSpPr>
          <a:xfrm>
            <a:off x="5520263" y="4722292"/>
            <a:ext cx="803803" cy="803803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E0DCFF4E-C7E6-B5D6-2433-7EA4F919BB14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3894760-751D-9257-0639-C0ACCFC24AE5}"/>
                </a:ext>
              </a:extLst>
            </p:cNvPr>
            <p:cNvSpPr txBox="1"/>
            <p:nvPr/>
          </p:nvSpPr>
          <p:spPr>
            <a:xfrm>
              <a:off x="5338688" y="3800546"/>
              <a:ext cx="74892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高中数学</a:t>
              </a:r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56EF06C9-5DD0-40E7-8434-A2F42CC8070C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 flipH="1">
            <a:off x="5922165" y="4136844"/>
            <a:ext cx="1" cy="58544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5EE612E-EB68-25DB-F00D-369760DBD209}"/>
              </a:ext>
            </a:extLst>
          </p:cNvPr>
          <p:cNvSpPr txBox="1"/>
          <p:nvPr/>
        </p:nvSpPr>
        <p:spPr>
          <a:xfrm>
            <a:off x="4884310" y="120828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拓扑排序序列并不唯一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273E32-A826-39ED-43C4-4386C1B2C932}"/>
              </a:ext>
            </a:extLst>
          </p:cNvPr>
          <p:cNvSpPr txBox="1"/>
          <p:nvPr/>
        </p:nvSpPr>
        <p:spPr>
          <a:xfrm>
            <a:off x="5780138" y="475484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3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DCB2D3-65F7-4484-528B-678CE7EC7DAE}"/>
              </a:ext>
            </a:extLst>
          </p:cNvPr>
          <p:cNvSpPr txBox="1"/>
          <p:nvPr/>
        </p:nvSpPr>
        <p:spPr>
          <a:xfrm>
            <a:off x="7520509" y="48607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8FF649B-C3DD-4C57-88E0-EE4644BEF59E}"/>
              </a:ext>
            </a:extLst>
          </p:cNvPr>
          <p:cNvSpPr txBox="1"/>
          <p:nvPr/>
        </p:nvSpPr>
        <p:spPr>
          <a:xfrm>
            <a:off x="7520509" y="3371071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2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1D89E4-085B-4221-8E6A-8E4A6B108783}"/>
              </a:ext>
            </a:extLst>
          </p:cNvPr>
          <p:cNvSpPr txBox="1"/>
          <p:nvPr/>
        </p:nvSpPr>
        <p:spPr>
          <a:xfrm>
            <a:off x="5780138" y="33433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4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9ACC4C-0BBE-201D-D688-C485CE8C3298}"/>
              </a:ext>
            </a:extLst>
          </p:cNvPr>
          <p:cNvSpPr txBox="1"/>
          <p:nvPr/>
        </p:nvSpPr>
        <p:spPr>
          <a:xfrm>
            <a:off x="3930249" y="339280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5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59C048E-A89F-B6E1-788F-BEF3B3215DCA}"/>
              </a:ext>
            </a:extLst>
          </p:cNvPr>
          <p:cNvSpPr txBox="1"/>
          <p:nvPr/>
        </p:nvSpPr>
        <p:spPr>
          <a:xfrm>
            <a:off x="5780138" y="198324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6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233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F8BF-C3D9-3D88-3C10-8995233E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9C6DC1E4-A611-0503-9B87-41D5E88D0FB7}"/>
              </a:ext>
            </a:extLst>
          </p:cNvPr>
          <p:cNvSpPr/>
          <p:nvPr/>
        </p:nvSpPr>
        <p:spPr>
          <a:xfrm>
            <a:off x="2635867" y="733857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D8D067-1356-2EAA-587B-797C5481F504}"/>
              </a:ext>
            </a:extLst>
          </p:cNvPr>
          <p:cNvSpPr txBox="1"/>
          <p:nvPr/>
        </p:nvSpPr>
        <p:spPr>
          <a:xfrm>
            <a:off x="2767719" y="869404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37D98A0C-61D4-1F4A-1B13-8AE31161F7CF}"/>
              </a:ext>
            </a:extLst>
          </p:cNvPr>
          <p:cNvGrpSpPr/>
          <p:nvPr/>
        </p:nvGrpSpPr>
        <p:grpSpPr>
          <a:xfrm>
            <a:off x="2614672" y="2090681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7ACC472-449E-3E00-A26F-19F99EC09E5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E7CA2B9-0296-3DF5-CBB9-EFFCD8A73A9F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ACD55FE-67EF-0C76-4297-9894AE50DE83}"/>
              </a:ext>
            </a:extLst>
          </p:cNvPr>
          <p:cNvGrpSpPr/>
          <p:nvPr/>
        </p:nvGrpSpPr>
        <p:grpSpPr>
          <a:xfrm>
            <a:off x="3840080" y="2127103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78EFD35-9C40-DF56-CE1F-CA502F893B19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249D202-2178-AC09-1FCB-F8C1A3CBDB50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4ABB2491-0733-DA19-C339-92CF3E523CA4}"/>
              </a:ext>
            </a:extLst>
          </p:cNvPr>
          <p:cNvSpPr/>
          <p:nvPr/>
        </p:nvSpPr>
        <p:spPr>
          <a:xfrm>
            <a:off x="1216876" y="2065448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AF1A409-E79D-2DAE-C94E-0730A1838EC6}"/>
              </a:ext>
            </a:extLst>
          </p:cNvPr>
          <p:cNvSpPr txBox="1"/>
          <p:nvPr/>
        </p:nvSpPr>
        <p:spPr>
          <a:xfrm>
            <a:off x="1363357" y="2213612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8C5249E-15E4-11EB-BF2E-E9C113A9B4A9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1482231" y="1266561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312C51-0E94-E5F1-912A-8F724679D113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2895539" y="1266561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EBCF5BE-04AB-E034-B442-E47CD2111507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2896217" y="1266561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2DA4718A-9262-115B-000A-4D6B1DBD1D04}"/>
              </a:ext>
            </a:extLst>
          </p:cNvPr>
          <p:cNvGrpSpPr/>
          <p:nvPr/>
        </p:nvGrpSpPr>
        <p:grpSpPr>
          <a:xfrm>
            <a:off x="3840080" y="3382826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DFCA39B-AC1C-9549-3720-6867ECC327F9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CF6DE96-F898-D4AA-C481-E7CC6AF1586B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551CA1FE-8CB1-67E3-23CA-3D4C9528189E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4075426" y="2561730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C19A7AB2-D755-EB01-23A7-B04B11106612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1747586" y="2344417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FF47D598-227F-66A8-6721-28347BFD9CD6}"/>
              </a:ext>
            </a:extLst>
          </p:cNvPr>
          <p:cNvGrpSpPr/>
          <p:nvPr/>
        </p:nvGrpSpPr>
        <p:grpSpPr>
          <a:xfrm>
            <a:off x="2648107" y="3297766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5A7A0A0D-7778-2144-5E0A-09C89CCA0A9C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B437731-D448-CE7C-4034-B1BE2BFEA39F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00574A0-1FD2-A2F5-53CA-4500B72B27FA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2895539" y="2598152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43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034BA-7A33-18E9-BB08-76ACE5FA6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83B97F-C2DB-FB20-4CA6-71049DE50573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03A624-FA6D-3C9E-C53E-1DCB544472F8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D4F98AF1-848E-61E4-CD56-61730F0BB499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3EC6DB0-202C-0A1E-D94E-F2C14452094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37BB1C2-62BE-389A-61F3-9B26CE2A93C0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945F107-BFCD-1534-D320-D2582BDA1347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E62C616-0741-C59E-978E-AD7B9F6F3D76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E599F55-0AEE-9D08-5087-090969F4D7CB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B4016B61-FF98-686F-79A4-018D16EC84A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A4597C-487D-83E5-A753-1605CBE320A0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7B58FF6-7BC0-9575-B974-C3422AFDA917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CCA6B6D-F005-6787-ACB3-F52EAB580439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69FAE3F-6A45-4C69-E2B1-CBCE33CEBF2E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851F335-0D2F-1A3F-4C50-83F9C473EF3A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B1B4DD4-FCCA-75CA-C3A6-39C59E014214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C0802D7-E729-2F97-FADD-9F991CB735AA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ABEDC82-4D25-D043-C0DF-3BBA2DC924E4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5FB4C9F-B3B8-AB0B-A76A-28DC2F56F94A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00169C21-5B67-9B04-79A8-100A072CF970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CEFDADA-E4A6-E38E-EA41-81FF518A94B3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03011536-BB35-C2A5-A60D-6D05D2FD0AFF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943A282-7443-45F3-5B1C-849E017F5057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0FA243B-2DE8-9D31-8462-2CD1E37E3641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92D747A-CCA2-18D3-5C29-95F22DDABA40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1068211F-5D21-BDDE-71E3-67E9F6FC0BDA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1068211F-5D21-BDDE-71E3-67E9F6FC0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30A1F37-E298-C32F-777C-763C48F66A40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30A1F37-E298-C32F-777C-763C48F66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CF866BC-53C8-7DD6-2E84-354F1AD2517B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13FDF22-52AF-9E79-845C-C0E686E27382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13FDF22-52AF-9E79-845C-C0E686E27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290BEBD-17BD-4CB8-3EEC-7F589588D9FA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290BEBD-17BD-4CB8-3EEC-7F589588D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6A04B46-A723-6E6A-6162-7E0E3798AAB5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6A04B46-A723-6E6A-6162-7E0E3798A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73CB3DE-6231-4DC8-9006-78B616CA3027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73CB3DE-6231-4DC8-9006-78B616CA3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22D815F-8A8F-9316-CC85-BD40929CA198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22D815F-8A8F-9316-CC85-BD40929CA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105C850-E927-1447-2842-32F6B6B56406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𝒊𝒏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105C850-E927-1447-2842-32F6B6B56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B1C847D-09FD-EB1A-1036-288EA96E2F0D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B1C847D-09FD-EB1A-1036-288EA96E2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9C21C53-016A-27A8-D26A-A44DAFC70E07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9C21C53-016A-27A8-D26A-A44DAFC70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33104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8B5C6-BE96-D3CF-7275-6715C9DCA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850D82D-0EFA-F775-987B-4FA5766F228A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AC28AE-9ADA-6ABB-2A6E-3A80D0994404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74CCAB63-F08A-ACF3-3E2A-8A2F6BC79A39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8487A3C-C7E2-7705-4450-47301460401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9F25301-E930-8689-8BDB-E8DE679B5E91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FBF8BD9-DEF8-C43E-EBE4-C5226A4ED4D5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F15685F-72CF-723B-AD22-7BCA06CDCCF3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EBAC05-4BD6-41CF-A878-0A5CEF080EF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05AA2515-0A76-3461-5B9A-DE8E39C30636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EEA381-EC5D-C5BC-8CFF-38E6872D2B2E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37991BE-0C07-2948-730C-4E23F782E92A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782A161-0B28-17BC-EF93-E993F22C909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AC64932-B604-EE43-2BBE-8E43DEB934B1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723A9C5E-D283-144A-5BF1-47CB572DFD48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B4AC4B8-EB6A-AD71-FD47-537D2BD00C33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BE6F8DB-A53D-850A-7FF2-35B5182680E7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9BA15EE-2F0F-6A8F-6B50-E88741785D86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F1BD9FD-8E54-89F2-405D-5E13E2379E22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8C9CDF42-9656-86B0-8D6F-B323612436F6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0541C40-B353-81F8-4F31-C840751938CE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70DEA7D3-768B-D65E-27E8-1C8CCCBB4255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66D7FDE-C5EE-023F-C61B-C26AD94C5439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B992809F-3E28-5D6B-9DE9-FB998E2FEADE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E6EB9BA-1480-CA6B-C00A-91D04F0C8B50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CCA23AC9-A9B3-2BB4-9592-8C916490064E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1068211F-5D21-BDDE-71E3-67E9F6FC0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A18E349-92F3-AEC1-39E1-F8753648F40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30A1F37-E298-C32F-777C-763C48F66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273ABB0-D174-2839-A657-E57FF93E08E1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BA04C0D-DDA8-BCB0-D568-2A46C23D69DD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13FDF22-52AF-9E79-845C-C0E686E27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EE1927D-1457-E70E-A605-C3A4A18562A0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290BEBD-17BD-4CB8-3EEC-7F589588D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7872C81-56D7-F47C-A525-0E81AF4506D8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6A04B46-A723-6E6A-6162-7E0E3798A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34E1119-E519-E3E2-C552-F317DB33477F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73CB3DE-6231-4DC8-9006-78B616CA3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86530B9-5F58-4127-7BD6-04A8710AA350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22D815F-8A8F-9316-CC85-BD40929CA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EB71CC9-C42F-6103-32EF-572B33B0DF42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𝒊𝒏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105C850-E927-1447-2842-32F6B6B56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246ECBA-600F-513A-7186-33807F43B9E7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B1C847D-09FD-EB1A-1036-288EA96E2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4C225520-2926-F424-1FBD-9F06648351DF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9C21C53-016A-27A8-D26A-A44DAFC70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63B92832-086F-D8B6-047D-F40799FBC87F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3AFD8BF-6F02-A79D-4449-EDA15FF40BEE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5B5E3D0-26A0-76CE-6355-7C4508B6B1C4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B77B5-2DE3-BC17-4FB9-02C8E6FB1990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D57F51A-3F23-F302-CC42-1952D804877B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CF5BF53-8E3D-9921-1B96-DA010FD523E2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972754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FF3D-57B5-94E2-6EE6-18EE82DF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D4FE3F4-891D-275E-F6E5-8D7A57702B65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29A267-3829-06F4-EE39-BBF95BC1B4D1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A4D6E8DC-3B7D-0EB2-2F45-7E110965222B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6222F49-EA6F-863C-C32F-E034E53A487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3C63FCC-43A4-F060-8079-E9263AA87EC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C961DF0-BC70-EA36-16B1-48A8E4F24C59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14EE332-328F-A534-5F44-3D8794AA45A5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879A1B6-5EC6-B9AE-5AAD-55CF0F41CECE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2E9506F2-9E92-CA79-55B7-3837B534FDA3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926EFA-CAF7-80C1-AD85-3690790CFA22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859512E-BC10-2A4A-0D17-EBC5F3C40BE2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08AD4D9-6DB2-F526-CB42-EA0A62448BF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D4E30A2-4F5A-3B88-7E2E-6E329EF4EB01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788E3FD9-E2B5-E8DA-37CD-9005AADFB7C7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45ABCA5-03FF-C340-32AA-E7A139539E8D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2D79FE-158C-9E25-A47C-4F981A74464B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1373114-83F8-4B45-8E54-59EB9500E922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98B8652-22C1-AF3B-61C6-CD4945B6613A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D69AF8E6-755B-6D33-B714-79C7A32D1B42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453E78A0-2810-6420-9710-F9F96CB9C5F0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BF2EFFD-9A94-C98F-37BF-2854A6675B17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47A3CD4-0D1C-2134-5066-4CDD9B6D5C65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F0A921C-B1E5-C427-9B59-2E2029B31511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CE7BC3A-6521-11B7-4C1C-2855F39E0380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0A8089F7-2821-CB48-641C-159C5045D5FE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1068211F-5D21-BDDE-71E3-67E9F6FC0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2BB2A09-8B43-F306-7245-B52F9267D0BA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30A1F37-E298-C32F-777C-763C48F66A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18B4E6E-3300-8F41-40A8-1D8326803A9F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9DE22A-2A72-93F0-91DE-7FF74E306656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13FDF22-52AF-9E79-845C-C0E686E27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D05A336-4176-A6E5-D76F-DB38AA9D9786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290BEBD-17BD-4CB8-3EEC-7F589588D9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5933874-E9D4-B9D6-4F45-D33EBDB5A7E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6A04B46-A723-6E6A-6162-7E0E3798AA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F400CE1-85CB-B8DF-9F70-773F06B60654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73CB3DE-6231-4DC8-9006-78B616CA30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F3E932B-A574-B997-D84B-3855CDE273BA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22D815F-8A8F-9316-CC85-BD40929CA1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392AC3A-4FC0-F4D9-20A9-BF5F23D94DCD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𝒊𝒏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105C850-E927-1447-2842-32F6B6B56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ABA01B5-CD54-B12E-B8CB-BF79FACCDDB4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1B1C847D-09FD-EB1A-1036-288EA96E2F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69608AD-41A7-9D68-61C6-8430DAC0BE77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9C21C53-016A-27A8-D26A-A44DAFC70E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CC03CEA-9647-80B7-508E-25B4112DCC93}"/>
              </a:ext>
            </a:extLst>
          </p:cNvPr>
          <p:cNvSpPr/>
          <p:nvPr/>
        </p:nvSpPr>
        <p:spPr>
          <a:xfrm>
            <a:off x="817033" y="2119698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E8D4E2E-985F-B429-4E31-9E455186345E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25A1329-1378-3687-1168-164E64BBB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D5ADC82-1985-D340-C8FC-4DE8EAD38BEF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8AF41A0-44F6-3C37-69EB-0CA16D4DFD9C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46D847F-C668-B1AA-03A3-0AF16D879919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EE22EA4-2BC5-0BB5-727C-EF4A82BBA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446DA4A2-3775-459D-46A9-549463160E68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BF96465-1B5E-01D3-5C25-796EF74CE9CA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4B277F4-B1FC-4CFA-65EF-780C04B38022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CBE88C4-5148-FA1D-E115-02F2AD26B19F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45CEFED-66A2-CE69-96C2-DA0B382C7A7A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07E7B4A-6153-39AC-E5E2-710E4AB0D3FC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08636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34FF3-284C-965C-1F6C-A08A3816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9B0D6A0-D23E-72F4-A755-F55CFE945016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D9E4F7-3BCE-F0F0-46D1-30983559157D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A2862407-2D25-D7BB-A942-082C23F80512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64200EB2-CE90-8C2E-66C0-EDB0099638C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5535642-A7FD-ABB8-3238-B796839533E5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16A5C2B-631B-8D9A-143E-0B06774EA328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0F059A6-A0AD-AE5C-B971-3353678FABFB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89EF9DE-A488-F175-A83D-3B6CEFC12AA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A6CE0B98-061A-E5C7-140A-06FBC6DF33FB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839926-84A9-3F8C-D196-996358CA9D02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D9B80DD-C278-B7BD-2828-0B2300D79778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EDEF41F-953E-D964-0523-7EC3A9E7651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210A273-AADE-5674-FD1F-1D4E2B255F6B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0A3F0912-8970-BFD4-B1AD-760E0F8228F6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A8B217F-26D1-21BC-028C-E3E8D0F76EEA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F37FC81-0AFE-28A2-C102-E0F851298915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F0567AFE-70EB-8707-71EC-ADABE8F7AB3F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5309C76-9BE3-5305-E20F-29435EDD4316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D02492D7-52C3-EA54-6C30-20885D6B7F47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6941CF1E-8F93-3B06-8E51-F0F754DA25FE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4C82DB77-5176-F164-60B5-2CC8160CC074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B20ED129-CE21-86C1-B7B9-48A8C48B01FC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88ACB0-5A64-C943-58B2-822D9AA610D5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8B76959-DA39-7D17-2B5A-6588ABFF4268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7F9186-5822-2655-5D1F-480F68786D05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7F9186-5822-2655-5D1F-480F68786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F92DDEB-9249-3A7B-62FD-453D7889E2FF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F92DDEB-9249-3A7B-62FD-453D7889E2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AE7EE61-E97D-01BF-F141-AD1BB416C48C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79EABCE-D4DA-3875-E349-06BA1D3FBA38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79EABCE-D4DA-3875-E349-06BA1D3FB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F530CA-2DE6-0482-1435-06697E32D0E0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7F530CA-2DE6-0482-1435-06697E32D0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0FE8DD6-15C5-5223-D05F-393DF10CF69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0FE8DD6-15C5-5223-D05F-393DF10CF6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A01C1-CB38-FC42-0C79-D1053B4CF9B7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7A01C1-CB38-FC42-0C79-D1053B4CF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A492CB2-7E3E-BBA9-1E32-43440FCDBB19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A492CB2-7E3E-BBA9-1E32-43440FCDB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7031A3-5AC3-4C32-FEBE-D132A14D9095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 i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307031A3-5AC3-4C32-FEBE-D132A14D9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2DEAF00-E4B5-25E5-6154-3C11806E0BD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2DEAF00-E4B5-25E5-6154-3C11806E0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F32257C-E838-6FE8-4827-EDF83CD698AE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F32257C-E838-6FE8-4827-EDF83CD698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1D7C52F2-C7B4-635B-2338-17F2B99D90E1}"/>
              </a:ext>
            </a:extLst>
          </p:cNvPr>
          <p:cNvSpPr/>
          <p:nvPr/>
        </p:nvSpPr>
        <p:spPr>
          <a:xfrm>
            <a:off x="817033" y="2382353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BC8A214-3AD3-99DB-F3A1-B56AB0345241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BC8A214-3AD3-99DB-F3A1-B56AB0345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0A70A9A-99E2-0C2D-1990-1318907D6AC1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9A82A7F-0334-981C-30F6-D4458C394610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19684C4-442A-D9F8-4E17-01BF9A46B410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19684C4-442A-D9F8-4E17-01BF9A46B4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5468828C-A068-DAC3-E802-A18907FEEA52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03411BE-0C15-C3C4-E632-0A73DB2D247E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C5EBADF-222A-AB84-A07C-5C79BE360ED5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BEADCBD-8DB2-BC2A-39B5-23C4E4EF9F66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3D37353-F35B-5E71-8E52-1594254CBCCE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5BE8E53-4DBB-F0D7-38BE-B38EFFE2523E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065202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AA77-34EE-0C54-6141-D420036BC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A6E51B9-E781-D265-D8FA-287A633C70A9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7A7C4D-678D-C1B8-DCC3-1B457FC4D62E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855C507C-9402-AACC-72FB-30AB22E260FF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DB7D8BB-3135-88ED-E4D1-B2D4C5AFCAA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7FC29CB-C9DC-51BD-7586-87E67FFA5EB2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A0E2B2F-511F-E978-8A97-4B4F09AEEA4F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3711C29-3599-8181-8E36-28500ECFCB7A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FE98C91-F3C6-EAC7-C82F-DA2B8061AF64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C7217CC0-868D-4E01-A0D0-5EA36F4A3744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A32590-3C0B-A457-AF1A-11BAA1E707FA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635086B-078E-28BC-CF61-762A16200A00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1DAE591-8E00-536F-9CEB-6F12514BE633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39EB182-2B3D-D673-3215-2FC668D27D1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7C3B8F85-6290-4D27-2C09-A13EFFDFE682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6B16D29-A978-5F2F-7D11-DF28FF6174CA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7351BF1-696F-7F36-7722-96A36F3920B4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B7B1AFA-AD26-1121-37CB-7425DC3D34B0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2A2D6599-9568-9B7E-681F-6D3CA4574456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2884AB46-EBD8-284E-227C-8056BED76945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AED03ED0-8AC9-4ED1-C0E7-9C3D5C44B08F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2C132864-2042-6644-78CE-0D85E7A6F2B6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068B3F92-729C-168D-06F1-B35985675570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D22E2C0-EFE9-A7ED-9E7F-73993B465348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57B8143-95D7-F24E-F7BB-B63E25CF824D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0EF0497-7BC3-6385-8F79-04763E8BB31D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47349D4-37FE-6EAD-4B93-81DEDEAE0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932BA41-6DB0-A117-650E-DAA2AEF127D4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3922D0-4BD3-A24C-F54E-576818F9C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851FF8B-4A86-6D70-4E9F-F74063A9CC7C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2C82511-E13E-53CB-A005-02BB7AD1EC1E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053A4CF-02CB-C198-5E70-5DBD3E0A6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DC10D9D-9320-E5BA-25E2-E4CAF18B69EA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AA41F0E-CA31-FB74-4F3D-EF9D4F7A1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996A30B-54E2-2937-B797-8C6A02988111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D439DA0-007A-03E7-7A3C-D7ABE1F8A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1F77B78-A0ED-37F1-91EE-49E886129EB7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A38273D-C6C2-1C24-BFE0-B1C6F5299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CED3D1B-3A0A-DF9C-1A91-3E68A3723D62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3774E2-DCAB-A8EE-756B-1C39FB76E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2FFB03B-A5CE-235A-FFE9-B7D1698DBB9D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2FFB03B-A5CE-235A-FFE9-B7D1698DB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9B5E073-1668-49ED-3078-7E14FDE36D1C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C5945AB-7A43-1D0B-F403-269E88B63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D7DB747-EDFF-44F4-CC7B-D3A43D41F088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C7F46FB-C112-81BC-F063-15C427B2F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4819CF53-88AC-159F-F5C4-042F5C568980}"/>
              </a:ext>
            </a:extLst>
          </p:cNvPr>
          <p:cNvSpPr/>
          <p:nvPr/>
        </p:nvSpPr>
        <p:spPr>
          <a:xfrm>
            <a:off x="817033" y="266628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12259CF-5349-C7E8-C313-4A59D300CC60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763A5-5B8A-3217-69AB-1E018DDDF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32CADDD-6F53-090A-0B95-2E697041B3A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3E56F95-EDB0-FE1E-758F-1154686386B0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CBFEBD6-704A-D352-B459-150D606FB8D1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7966B0-FA15-27EC-8514-801F1A39E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C55C1981-EDFC-2C72-E87A-693127E0F1EB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4C47DDA-D6FC-A1A8-1F58-D012315295D1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D5183E7-27E1-EA3A-191C-FAD4B9AB7202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D49C585-9B1E-280F-DFC7-261C68FF7F61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340DE702-73CC-033F-7A39-4D61FD0301BD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69EB168-C5FA-A36D-0310-BF96DFBDD57B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416B569-2B86-B0D1-F5F1-12C1F042572E}"/>
              </a:ext>
            </a:extLst>
          </p:cNvPr>
          <p:cNvGrpSpPr/>
          <p:nvPr/>
        </p:nvGrpSpPr>
        <p:grpSpPr>
          <a:xfrm>
            <a:off x="10439845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D3348EA-B29E-1AA8-5C4B-1DDD45A023D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3134B62-6064-77EB-497F-3F02EB2A9880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509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02A9C-D03D-D84F-A906-269E9684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F2761F95-252F-2178-8C50-DB1FC51FDDFD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C04C9B-65D0-E9A0-EE7F-A8F7EBDDFE0D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1D41EADF-2803-C670-2714-867D63706BBE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AE6FE51-870C-26F0-BA53-0594F398643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33BB527-A9C7-3D1A-3816-C8451E540890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14D8F7C-28A3-9E30-F6BE-FF165818AA76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62A8437-E98E-7E1B-AE4A-1F3CA416D30C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A90778C-B1F4-9AB4-E6A9-CD6F3DED7830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453EB033-38BB-38CF-3185-D8F8419BF51C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262D8D-8838-B448-1ECD-2643A37B12AF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7746256-4137-54D3-1462-919BE9873D9E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C7C6F22-67EE-21AD-5E5F-64CCAB70F29D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C82A1E9-119C-0BFC-F024-0E3ADF414BB4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54FE571F-6BB3-521E-AE29-1A74284FDE05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F48048F-6348-591E-5471-0F57BBBAD587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151FCDE-0D11-924A-0A24-E4F8DB045E4E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519CBEA-AB37-90D4-5629-A152561D13F7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F2B900F-2F7E-2FB6-C0C8-41206ED35580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54AB3673-C9FC-20C4-5275-EEE903FFCDD8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FA775D62-63D6-CF80-59A6-B5D5F08A7752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AA353B9D-AECF-41DE-A94B-F3D124133344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6FC39B8-FE11-C90E-8F18-8DAE640FD076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9C9399AF-4550-4A52-40C1-A00D10AC2D7C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6DDB4A3-E9E7-6249-C1E7-B0CD4F336C08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770B30F-41F8-2A30-57FF-99ACF2CF8196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47349D4-37FE-6EAD-4B93-81DEDEAE0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A468F1C-5953-9FA0-40F6-31FE176D862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3922D0-4BD3-A24C-F54E-576818F9C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E73DCEE-E8B4-99EA-3A1D-D47E6FCE830B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E6C0835-61BB-AAED-3443-10815A4C1287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053A4CF-02CB-C198-5E70-5DBD3E0A6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20CE03A-6DE5-3CA0-3C49-A56363F82D53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AA41F0E-CA31-FB74-4F3D-EF9D4F7A1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1947339-7AF3-96FE-9C07-3B8E0810B95D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D439DA0-007A-03E7-7A3C-D7ABE1F8A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305CF66-A3D4-04E8-98D1-722DB1824A94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A38273D-C6C2-1C24-BFE0-B1C6F5299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4214430-5DC7-561E-3E7D-D2380384615B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3774E2-DCAB-A8EE-756B-1C39FB76E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C83F3A4-C59A-68A7-C083-9E2FB3F6ACF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C83F3A4-C59A-68A7-C083-9E2FB3F6AC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08F3C7B-1ADF-21D3-0586-4395EB503C86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C5945AB-7A43-1D0B-F403-269E88B63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18F3892-5981-AA57-D2A3-F153BAFE3EB3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C7F46FB-C112-81BC-F063-15C427B2F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0F0E3DF4-B9CC-E45A-1B79-4090DA42FA33}"/>
              </a:ext>
            </a:extLst>
          </p:cNvPr>
          <p:cNvSpPr/>
          <p:nvPr/>
        </p:nvSpPr>
        <p:spPr>
          <a:xfrm>
            <a:off x="817033" y="266628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701D076-085D-50A0-3F34-E73DA35AE3C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763A5-5B8A-3217-69AB-1E018DDDF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FF5D72A-45D4-97B7-9210-AD7540BEA939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79C2985-AD94-51FA-BB7F-7C0FB6A6AB45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BAF8474-0EF9-A56A-3FF8-0ACA83B75309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7966B0-FA15-27EC-8514-801F1A39E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055B85D1-8FC5-8290-A53A-726DB217E2DC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62DE67A-AEF7-F257-8342-D0EFBD04B566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7E645BB-ED09-99C1-E084-AA4412DE8905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95BAE7B-118B-AE0B-6AC3-A5DF3CBDD6AD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D072D0A-AEA5-1B01-535A-AFACA0E2B065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6F18C15-40F7-3DA3-ED79-B4642F62075B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83FB92A-F5DA-271F-DA4E-CCA4FA63EA65}"/>
              </a:ext>
            </a:extLst>
          </p:cNvPr>
          <p:cNvGrpSpPr/>
          <p:nvPr/>
        </p:nvGrpSpPr>
        <p:grpSpPr>
          <a:xfrm>
            <a:off x="7079195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62C8EEF5-B6C1-D593-EEC8-E4431FCB231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06BADFD-708C-BD5C-920C-99DE0F8A58D3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67999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2863F-94A2-D57A-27AE-C43C887F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C522E1D-4AE8-A8AB-A484-4E69E4CAD646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13C284-F2AF-2648-C68C-06492359B9B0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5C42CAF-66E7-7953-BD3A-322DD3C683F0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228DBB6-7470-A357-8100-902E288BB1F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0392D08-BB14-80D3-8BE8-EDF25F622253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4797BE8-E899-0305-5706-CEBCA4FBC356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70480CA-23A4-8495-B2BE-CD832350C3FB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002DD4B-34F2-054D-3993-8263992A5AF8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64E85F27-37F7-F4AB-2A50-C0B48D513797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3CC112F-6A2F-9222-72E4-B9C46FEBA296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10A12A6-3FA0-A487-78FB-0702703C5DB6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B47CA9A-7931-40A9-E003-06BF169ACA5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DFBF2F9-94D4-AC3B-F015-7793ECAB00C4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C41A460D-35A5-F4BD-83D8-D2F64D985CF7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46BC78E-DCAC-DB78-273D-03281738CBEC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E35A0AF-5B50-3C07-05D1-B074D002D5F5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B0A897DB-16F6-5577-3B73-B40B54684D87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A75E5A7-FA8A-C2A8-C385-36F8FF9FCE6C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97700A2B-2E2A-6333-6272-8618C6C68979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CFE2084-2688-50B6-0A88-9D4644D702FD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0780A7B-3CE4-0151-7481-0BDFE4D0945D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E49ACE3-99B2-4076-474E-8A82E12D0FA7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6395049-5AAB-B39C-BB77-ABCA983CF876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F60477F-6591-4A5D-0C39-7403160D4EB5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F12D5908-5BE2-9A92-7611-01A3F366CA37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47349D4-37FE-6EAD-4B93-81DEDEAE0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9AA6AFC-84B3-C216-6091-767E5EA63EE4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3922D0-4BD3-A24C-F54E-576818F9C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E585AE8-8240-8C98-10BB-41A576BFAF9B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5142DDD-9D4B-C9F7-E183-5109361D8997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053A4CF-02CB-C198-5E70-5DBD3E0A6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88B9374-F7B5-74C2-D438-5B68E06F1A7A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AA41F0E-CA31-FB74-4F3D-EF9D4F7A1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6661D30-1802-BE4B-1D45-85EA76A301C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D439DA0-007A-03E7-7A3C-D7ABE1F8A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5686729-68C4-00AB-51A6-19C645377EFA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A38273D-C6C2-1C24-BFE0-B1C6F5299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2728A61-74CA-AF5E-C438-B85649200000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3774E2-DCAB-A8EE-756B-1C39FB76E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1E214F3-4A64-72A8-E6EF-E3F6B4927A4C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1E214F3-4A64-72A8-E6EF-E3F6B4927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96777EF-8009-BD6D-78B3-568713E5EBB5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C5945AB-7A43-1D0B-F403-269E88B63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DA5FDF71-2E6A-AD32-80F0-1C3E154A8D93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C7F46FB-C112-81BC-F063-15C427B2F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42B2D4E9-A531-6B84-70B2-76A4CEC649CA}"/>
              </a:ext>
            </a:extLst>
          </p:cNvPr>
          <p:cNvSpPr/>
          <p:nvPr/>
        </p:nvSpPr>
        <p:spPr>
          <a:xfrm>
            <a:off x="817033" y="266628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B3D8A3D-21F0-9017-606A-7C49FE276EF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763A5-5B8A-3217-69AB-1E018DDDF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55C57E8-C5C7-F57D-4ED7-BA158CE2F623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ED66AEB-EA95-0615-A14B-6DCC307A7E0E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D5FE163-3954-AF48-6A37-32C1D701699D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7966B0-FA15-27EC-8514-801F1A39E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2BAC0594-191B-8B65-DF1D-0A26869EDEF5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2921069-1C8B-532E-78E7-CD5DBAC52B5C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0DDDA5-E7D4-815A-5F15-F9D007DCCD69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3C52B80-F399-36DE-4DFA-ED3197183424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AC5F910-9FA7-5E15-86D2-9F9475B98226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15879A0-F637-8E72-96EA-845A16E6B7AE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62D9253-E639-265B-E275-329E44F402E3}"/>
              </a:ext>
            </a:extLst>
          </p:cNvPr>
          <p:cNvGrpSpPr/>
          <p:nvPr/>
        </p:nvGrpSpPr>
        <p:grpSpPr>
          <a:xfrm>
            <a:off x="7079195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05957C4-E015-275F-2A35-ABACC5D2745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2130A65-87F4-7109-1EFE-CCBEB03A05DE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6C412FF-2860-E1E8-1D7F-A8DF367228CF}"/>
              </a:ext>
            </a:extLst>
          </p:cNvPr>
          <p:cNvGrpSpPr/>
          <p:nvPr/>
        </p:nvGrpSpPr>
        <p:grpSpPr>
          <a:xfrm>
            <a:off x="10407462" y="4951312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4546A14-ECB5-932D-D172-5FC6A0E7565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42E12195-4F2E-1C25-FE80-C0B38A5D2E33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5525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7211A-E98E-F45E-FEE3-D8952239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156545F-1C7D-7BA2-F297-D0BA2F78B69F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1EB7BA-66FA-048E-D66F-9A83EA29BED5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E41805E-1C9B-7478-D646-5F8305E6DD32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75E8D89-581B-03B5-BDA8-4EC9118FD78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E6E36BF-6777-F7B2-9642-19A6C37AFC5E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AAF026C-6F55-A3D6-59BB-971389722BAE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E13BE7A-3878-D2A7-4184-6E15FE9B586E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28FC533-84D1-B8B7-D78D-FA8D3F7516FA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A9359D29-30AF-DB8C-60F6-72E3FBB80C6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F2F0EC-31B1-1BC1-D620-DFAC22CFF4BD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809B374-DBE6-EAEB-164A-6491464B4766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7DD9CB3-6D1C-2AFD-E5CE-F843E0F173CB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BDE95CE-CAC4-530A-0C70-A91337B0454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30C198A9-B775-7EEF-0FCB-C501AF796F70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697BDA49-EC55-F11C-5117-83C130D24DFF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509813F-61E7-9228-CD7F-20C6A7AF0C00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AF1B31F-9E47-45DA-9742-F9BDE73BB7FB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4EAC5E0-B556-097A-BE1A-4824CD89A8BD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BC190FDB-F166-2326-2448-A900A40A01D8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5D4154AF-ED2B-7092-3A8F-253F4A446F90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00131AA-1F6F-3560-5F7A-22AC93651A40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1910CCC3-0B19-2F0A-6625-E8050CF1FA57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131C634-5892-972E-D8A3-03EA4FDE88AF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C811760-B526-5CF0-7BB6-BDD6AF9F0DD9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47349D4-37FE-6EAD-4B93-81DEDEAE042E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A47349D4-37FE-6EAD-4B93-81DEDEAE0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3922D0-4BD3-A24C-F54E-576818F9C828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63922D0-4BD3-A24C-F54E-576818F9C8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572D6A8-64EE-0783-C971-D768C90A239C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053A4CF-02CB-C198-5E70-5DBD3E0A6B0E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053A4CF-02CB-C198-5E70-5DBD3E0A6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AA41F0E-CA31-FB74-4F3D-EF9D4F7A1F3D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AA41F0E-CA31-FB74-4F3D-EF9D4F7A1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D439DA0-007A-03E7-7A3C-D7ABE1F8AEC6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D439DA0-007A-03E7-7A3C-D7ABE1F8A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A38273D-C6C2-1C24-BFE0-B1C6F52991B7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A38273D-C6C2-1C24-BFE0-B1C6F52991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3774E2-DCAB-A8EE-756B-1C39FB76EEE8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53774E2-DCAB-A8EE-756B-1C39FB76EE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9CBF829-F04F-49AD-0E3C-CB22F74E1289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9CBF829-F04F-49AD-0E3C-CB22F74E1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C5945AB-7A43-1D0B-F403-269E88B6394B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C5945AB-7A43-1D0B-F403-269E88B639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C7F46FB-C112-81BC-F063-15C427B2F5B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C7F46FB-C112-81BC-F063-15C427B2F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1DF46909-887B-420C-C07A-1F6D5D531A8C}"/>
              </a:ext>
            </a:extLst>
          </p:cNvPr>
          <p:cNvSpPr/>
          <p:nvPr/>
        </p:nvSpPr>
        <p:spPr>
          <a:xfrm>
            <a:off x="817033" y="266628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763A5-5B8A-3217-69AB-1E018DDDF612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58763A5-5B8A-3217-69AB-1E018DDDF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FA9B142-1150-8BB5-30DC-BDB999BB1855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B1E1950-D3B5-6832-E105-B18675DFBA81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7966B0-FA15-27EC-8514-801F1A39E938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7966B0-FA15-27EC-8514-801F1A39E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05E8292F-0EEF-CB54-FCD6-6C1060DFCA55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E562110-E84A-4BD1-9DE5-0AD146244B48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B1D9C69-CD88-716D-A362-956D504DEBAD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A8FB94D-40E9-AA7B-8547-77599C881882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B94A569-72BA-D7B7-6F4B-6DA460FBC8B6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AA8EFF6-BAA0-2E50-0E7E-D84376791042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924A0F8-51CC-D9BF-3A1F-C4517D8DDE91}"/>
              </a:ext>
            </a:extLst>
          </p:cNvPr>
          <p:cNvGrpSpPr/>
          <p:nvPr/>
        </p:nvGrpSpPr>
        <p:grpSpPr>
          <a:xfrm>
            <a:off x="7063256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729B8A8-27D6-4450-E7D2-BE66C304C12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31EE3C7-6396-33EC-7823-94296E1F5D57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0F2C31A-A215-F435-14FD-4F28338B66D4}"/>
              </a:ext>
            </a:extLst>
          </p:cNvPr>
          <p:cNvGrpSpPr/>
          <p:nvPr/>
        </p:nvGrpSpPr>
        <p:grpSpPr>
          <a:xfrm>
            <a:off x="7478118" y="4951312"/>
            <a:ext cx="352618" cy="375910"/>
            <a:chOff x="6115050" y="2122308"/>
            <a:chExt cx="1255445" cy="803803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8D56AF7-4899-66D0-62E7-D4C4A79B001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21C823BE-77D9-BCD8-F46E-BEDF08CB0B1F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67404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9942C-6C13-99D4-A8A7-49878CD5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FA74B149-D90C-4E36-A17C-EDEC725549F8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9FE047-5E8E-37D7-DFE6-BF289FB309D5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424306DA-B3EC-3884-EC14-212BC98606C8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FC68486-21CC-E2C2-0871-D19F5664216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7F9EF9-9923-B645-FCCE-F6F83479C79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3AEACD4-07DC-FA6B-08B1-6E16703B5F34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64C6A0F-C342-9A1F-FE89-32D13CD243C1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0CFF9A5-5BE2-4F72-2A31-50863970A91E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36FD7EF1-1759-25F1-B8E7-24C4C3B11167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0E24C6-A383-CAFE-FCFE-D4B0D8801606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44A6C85-EF6B-3E72-9755-70B992AE96B2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2A641AE-B3DD-B2EB-C467-EFF5EF10213D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AEA35BC-5B32-95D1-953A-1806BE7C9FB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69CFE15-5960-BDCD-7027-2F62A14A3212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BE4106E-39D9-E6BB-0028-AACDDDC9C563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AD4F776-9BFF-95A1-9D8D-5495A114D9B2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CD0C0152-BC90-4FA8-3A15-DC6A4F37315A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E0E5D52-A3FA-7A60-F7BF-AA6A283BBBA5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6022D2B7-B193-7657-D870-B56B895BFF4D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1CF0689-9199-AA5E-A603-C172A285C507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EDAA25B9-7AE2-5776-990F-99003AE9B599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34EEBE2A-79D6-3A07-FC9E-9DC657D55846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7FEC72A-7D47-E23A-D55E-E0F09984C6E2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70AE866-773A-A1A4-73B6-CFD1F7CE1DD9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B425B70-3CF6-6186-0DFC-A2E9BF8883D2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B425B70-3CF6-6186-0DFC-A2E9BF888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21227BA-5FDE-B501-A779-FB00C97C3FBB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21227BA-5FDE-B501-A779-FB00C97C3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BCA2AF4-BC5B-139D-D7EF-6D8D7994F0D8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4C68C46-FC19-8BDF-E203-F311B70CE269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4C68C46-FC19-8BDF-E203-F311B70CE2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6A5E10A-A712-4FA2-B098-F90F78999E0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D6A5E10A-A712-4FA2-B098-F90F78999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F34C070-C99D-0DAD-B269-C4964B2893C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F34C070-C99D-0DAD-B269-C4964B2893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393A0FB-2AAC-6E36-C325-B366C742DB8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393A0FB-2AAC-6E36-C325-B366C742D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CE4C2D3-1D49-B233-624E-CA7C82F00603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CE4C2D3-1D49-B233-624E-CA7C82F006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4982C06-5CD9-9914-15D4-4313504F095D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4982C06-5CD9-9914-15D4-4313504F0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7C14475-44B1-B459-A339-B6051C57585B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7C14475-44B1-B459-A339-B6051C5758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74751A7-1411-A1BC-46E5-3EAE5957F7D1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74751A7-1411-A1BC-46E5-3EAE5957F7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5DABE50C-80A7-75B5-A17F-3269F2639D8E}"/>
              </a:ext>
            </a:extLst>
          </p:cNvPr>
          <p:cNvSpPr/>
          <p:nvPr/>
        </p:nvSpPr>
        <p:spPr>
          <a:xfrm>
            <a:off x="817033" y="3258343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5C3FFB-725E-5858-73DC-2D3F71618DCC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25C3FFB-725E-5858-73DC-2D3F71618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0C93C2E-92CF-B587-1634-634A94C6C24F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C5D704C-F6CA-11C3-291A-8514484115D9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EDCEFCD-E5A7-8015-796D-9871334B0A3B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EDCEFCD-E5A7-8015-796D-9871334B0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A66E1B15-E339-532D-FDB7-C6A55A398FF0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0B1FC34-7574-A08C-5232-9F2926590D95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0A470A7-017E-F83F-37A7-E309DA37D525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F62F9CF-7695-4F09-1D63-1650613754AE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3B9ABE5-7F90-3ACF-88DE-1EACC002E6BC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F60994E-6671-A114-C82D-08936780D079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C38871D-2ED0-F860-2133-5CDA923C95B1}"/>
              </a:ext>
            </a:extLst>
          </p:cNvPr>
          <p:cNvGrpSpPr/>
          <p:nvPr/>
        </p:nvGrpSpPr>
        <p:grpSpPr>
          <a:xfrm>
            <a:off x="6380371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ED4E315-83B1-3E0B-FC72-A1179663F0B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83ECC28-E20B-44F2-30A5-F21C84FA830A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13AF8E89-C82E-C084-631C-07A79843CED6}"/>
              </a:ext>
            </a:extLst>
          </p:cNvPr>
          <p:cNvGrpSpPr/>
          <p:nvPr/>
        </p:nvGrpSpPr>
        <p:grpSpPr>
          <a:xfrm>
            <a:off x="7478118" y="4951312"/>
            <a:ext cx="352618" cy="375910"/>
            <a:chOff x="6115050" y="2122308"/>
            <a:chExt cx="1255445" cy="803803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2954E76B-5B6F-D5AF-7504-DA109B4E5E8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D907B279-F9FE-83D8-9088-716C14EC18D9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25510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596A2-6E54-2FBC-FC52-A4012243A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D57FAB8-38DE-B14F-DFFE-695F7EBCBDFC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14A247-999E-CC40-885E-4808C1898FC9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7152DF50-3514-26F2-3134-A6D45715C223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36B0F4C-6943-DFD6-AC0A-F8329076F9A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2C8B6A5-60B7-EACF-65CF-24A7A2DB4189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3E93679-FB30-A05D-270A-10154D727BDB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54B2736-4854-4416-6D4F-8E5CD93283E1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0668860-75FA-BB1F-2D73-C85316066552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377491BA-2C64-9CB2-E7AB-8A486D3AA2BA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61ADD43-44C6-67F6-3B28-1A112333A16E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0D418BC-DCC6-ACFD-0182-142007B99D57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CA40523-B7C7-AF24-6E01-EDD12D5A82D8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ABB6CF6-4EF9-C1E4-8472-10CF6702AFE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5EDC965B-4EE9-DA64-4E6C-271D02DDAE7C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4467CC17-AB49-9AEC-F8CF-93291C3C33A1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78C8D07-35F4-7D52-9CB2-A268E26CC428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A192E06-95B0-FE38-CCF4-2871E5558AC7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817AAC86-E688-7782-1F3C-54BEC2B93703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92F1116-E1A3-174F-6ACC-946BCB10BCA3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8CE51BC5-2C33-2EE5-BDCA-F78882A95D8C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4F54717E-4708-16B1-9068-ED53D98C7A66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F3FEC19-2937-8024-1760-0A2584F442C8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A36F3BF-908C-AAF6-7D6F-BD53AD139C6B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3AC422A-BE64-308E-D3C6-4858ED676B01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CDD7C0B-A220-0D4F-CBB6-772D30AA1ACB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CDD7C0B-A220-0D4F-CBB6-772D30AA1A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512986E-CB62-50E5-C305-1BD39784CEDA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512986E-CB62-50E5-C305-1BD39784C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C946559-BC1C-C86E-AAED-C0FE16962F6C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2C05E1D-9358-CA6C-2132-5E8DA289F410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2C05E1D-9358-CA6C-2132-5E8DA289F4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1A37474-4ED1-1293-84BE-3974C15E87F0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1A37474-4ED1-1293-84BE-3974C15E87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B283514-45D8-E2BC-BEA9-956F459841F2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B283514-45D8-E2BC-BEA9-956F45984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217C1C-47EE-71B3-1F20-C704F732E9C5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1217C1C-47EE-71B3-1F20-C704F732E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466F30-9069-AB12-9FCC-DFD2432FE37C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E466F30-9069-AB12-9FCC-DFD2432FE3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F04177E-FFBA-7A0B-7E4C-545FBAC5E12C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F04177E-FFBA-7A0B-7E4C-545FBAC5E1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5CEE104-9E34-245C-9E69-E0F5FAE11BBF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5CEE104-9E34-245C-9E69-E0F5FAE11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EFC59B9-FC86-B118-92A7-B5C9C0E7FF41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EFC59B9-FC86-B118-92A7-B5C9C0E7FF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4FF58E9-2D31-D567-1F69-ED3625DF32A8}"/>
              </a:ext>
            </a:extLst>
          </p:cNvPr>
          <p:cNvSpPr/>
          <p:nvPr/>
        </p:nvSpPr>
        <p:spPr>
          <a:xfrm>
            <a:off x="817033" y="3482434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DC4AF82-6DD2-8305-071C-365358CF9641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DC4AF82-6DD2-8305-071C-365358CF9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2614CA4-D53C-5B72-F97B-6CB9F5BE96E2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6C83D19-7A8F-5664-DE6E-C30968AF84CB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66A03BB-6E3A-A58F-49A6-994B7F7838FD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66A03BB-6E3A-A58F-49A6-994B7F783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58CE2912-750A-EC53-0F4E-0D10EA7CEC0D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D7CE4F5-7274-8E5F-517A-088B7ABACCC9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44A111-6298-B6AA-8EAA-2EF43BDD67FC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BB234DA-12ED-5BF6-3D85-6B013CDDBEB3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B478529-CAF0-3BC9-1EC2-E599C38AB9AA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B80A0EC-45A5-8E54-D30E-FB92F6E3E9DB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27DBBF3-0250-DB08-209D-723A2E6CED4D}"/>
              </a:ext>
            </a:extLst>
          </p:cNvPr>
          <p:cNvGrpSpPr/>
          <p:nvPr/>
        </p:nvGrpSpPr>
        <p:grpSpPr>
          <a:xfrm>
            <a:off x="7120691" y="4951312"/>
            <a:ext cx="352618" cy="375910"/>
            <a:chOff x="6115050" y="2122308"/>
            <a:chExt cx="1255445" cy="803803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7A54EB5-DF69-FAB0-4441-48D029D9EB1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9868CBC-65C7-F011-9685-9F6871A628FD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243B4D8-CD26-F988-9A5F-62941F969552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52BCEDA-D2DD-5F3C-9205-1638C0E83EA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9E97635-CA8A-71FE-BBD3-4D47C4431765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95288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C5743-CB79-2945-B6FA-296F597D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2851B5F-E07C-279F-DD16-BAC4A571E48E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6A44C6-C22C-8165-F07D-E9721A7D8BFC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7EAEA9BA-097A-CF9F-91D1-BC04353028D0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AC527A7-923E-BA35-1E82-22336F39032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7CF2E2E-1411-3693-D8C9-479692A2F114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872C962-9EAE-4842-D196-9AA113B1D446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588153F-AC47-7C75-3C3F-F8D1A7F2AB54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0A366A7-B3E7-CCCB-2DF2-2F93C80D362D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704384AA-BEFE-A78C-F946-8C2A66DC475E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DB3E3E-CF23-4F8F-D414-0EA4046204D0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4CD2D38-841E-8158-6D01-23F9F9E80A38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FEAC7F4-4480-8675-F21B-3AF7DBE2F58E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FAEA163-0949-0F4E-24EE-4E65ED47C15B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23AA38DA-45F9-8FBF-8E7C-D8CB7ADA5DE9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03DFDBCE-CAF0-611E-F124-E46ACB0ED327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F585B65-9021-E048-41EC-40A353BA1DF5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BCDBF962-A8D2-4718-41AD-C9AAD981D929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F0D633F-3942-7A35-6A51-56EDAC70533C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CC8733E5-38F4-819C-1F4E-DA00502CD59C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D8D7101-45C8-1D4F-C85A-A01CD286873F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B9A51D4-D4DD-9980-D6A2-E4F311EAE762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2CCCD73A-20F4-18B8-FD48-68212B03A5D4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8652873" y="2818286"/>
            <a:ext cx="439" cy="69961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BFDBBA0-E7B0-597A-4593-BB03179535F4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8093FF7-4FF0-8328-2AB2-C036BA4A85ED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3ADBE05-1499-C756-07F9-82392E16F10F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3ADBE05-1499-C756-07F9-82392E16F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267EEC-CF96-2524-AF73-35AD5528B930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267EEC-CF96-2524-AF73-35AD5528B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04D51D93-CBBF-99A8-9C96-EBF7F57CBD90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E79253B-7704-7027-0AE1-93A05003D399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E79253B-7704-7027-0AE1-93A05003D3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AFEEE60-53D2-894C-0BEB-878A9CC3A8CE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AFEEE60-53D2-894C-0BEB-878A9CC3A8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9545C37-9B81-ACDE-9547-5894454A99B1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9545C37-9B81-ACDE-9547-5894454A99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2C9ACC7-1455-5117-F531-B8E7955B3BF9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2C9ACC7-1455-5117-F531-B8E7955B3B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DA07282D-133F-E708-2E1A-6E49E3670B6F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DA07282D-133F-E708-2E1A-6E49E3670B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6B3779D-CBDA-3566-39E6-8E7AB1B839A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6B3779D-CBDA-3566-39E6-8E7AB1B839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7A17923-1BE9-290C-FD64-3FE6357E27D6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7A17923-1BE9-290C-FD64-3FE6357E27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6D0883A-1E43-5062-5691-44F0020050DF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6D0883A-1E43-5062-5691-44F0020050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EE1DCC5C-BC7A-6E37-1730-DACECDCF4811}"/>
              </a:ext>
            </a:extLst>
          </p:cNvPr>
          <p:cNvSpPr/>
          <p:nvPr/>
        </p:nvSpPr>
        <p:spPr>
          <a:xfrm>
            <a:off x="817033" y="3783691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F159997-D8E2-64A8-9E44-3385E18073B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F159997-D8E2-64A8-9E44-3385E180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AB34813-F08B-62BB-8242-9EFEA4FA047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B539A75-FF92-1785-D869-D47FCCF25EAD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19E49D9-1CAE-9B7D-30AD-5BB4C812BE0A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19E49D9-1CAE-9B7D-30AD-5BB4C812B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F85DCAD8-9051-41F5-CC69-EAE2E73448DF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E5CF162-98DB-1247-519C-2995F3AE6972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F5FBEC1-0DA9-25F0-C204-17E558E9648C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A614670-C550-19AC-F52D-3D493A21DF98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EE0ECE5-6E28-ED0A-E191-88F722B021EB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0373962-FC76-7D45-3A2D-0AD1F6888048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6D0C8C3-E497-4244-6A72-BFF378362184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2A9FA03D-4B6F-37C9-AA1D-1B092B81B0F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8C7B33E-EE36-ABBC-DD56-FC471C5B77BF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AC3210F-A8D0-9FD1-0624-1A2DD62DDD59}"/>
              </a:ext>
            </a:extLst>
          </p:cNvPr>
          <p:cNvGrpSpPr/>
          <p:nvPr/>
        </p:nvGrpSpPr>
        <p:grpSpPr>
          <a:xfrm>
            <a:off x="7120691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9B3F8A0-746E-261B-086E-D6CDEB2BCC5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B039449-97F9-0C77-8E91-549B1E88DC4D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54667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8D43E-67E1-4CE3-A692-E8F40931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8E8AE5E-0D08-90CD-39FC-E8C7F829715B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F835BD-792F-689E-0DCD-A135FDE73474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F74F17BC-AE58-ABC5-B273-9587013D2319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480E44F-7F98-4FA7-948A-3009357490B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4E1D46B-0165-C553-C993-1471E9D9E18E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9620341-7E3B-76C0-169F-3E0340A2E222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09474BB-FD93-81C4-3F8A-FE23D78ABEAB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EAB554D-538F-5754-7AC6-4B57F6E9BBE4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E96BFCD7-8476-7BB7-AA5B-DD4F64A2335E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C94339-65B0-4C57-CFFC-82AB20731A05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6B87674-6304-95C8-544A-76DAED69FF3A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57C7B3D-D613-CBE2-EB29-E8A2778B2E8C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EA740A7-2A1F-EA6C-198B-B05D8E622D9B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7F375E44-BED8-6F32-303F-364CB5065D0A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A210E0D-E5A6-D66D-D6DD-104D2E17ADA3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269E83F-3A02-00B9-F52F-4515100E49D3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86D7D402-14D2-D19E-E447-6BC5F158F83F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1CDE3C6-795E-4C20-0D47-7F62CF59BCF3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3938E835-076B-0DC5-FCBD-72AC5D234B8D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F206CE39-40FB-A4BF-0CD7-71E38B643FC2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79BDE6A2-41F3-1F31-4246-9EBA3CEF12BD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5079C60-260B-0D1C-DBDE-BFCC070BD70E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C64ECD0-B80C-89A2-2CA9-108C3CA4D034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B399BE5-F985-31A8-A39E-D299D2AC07DE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B399BE5-F985-31A8-A39E-D299D2AC07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4710F57-F662-CF70-16DF-EA0363F011FD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4710F57-F662-CF70-16DF-EA0363F011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0C87896-599F-19C3-A8DD-F7150356AEEA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28A9FE8-0C1A-3E7E-E3D8-EFE921A112C3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28A9FE8-0C1A-3E7E-E3D8-EFE921A112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D3ED46B-3E72-8571-34EA-4F912051A2D1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D3ED46B-3E72-8571-34EA-4F912051A2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9D6D476-BC19-C74D-0F67-E5DC3B0C0F4B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9D6D476-BC19-C74D-0F67-E5DC3B0C0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167F91A-750B-84AF-516A-4F2014F74FCB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167F91A-750B-84AF-516A-4F2014F74F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51845C0-7110-12BA-C251-C6BB0366FB43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51845C0-7110-12BA-C251-C6BB0366FB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ED7A843-1D87-982F-B548-4479F297A3F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ED7A843-1D87-982F-B548-4479F297A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64C0619-6F81-E849-1682-DAD89627A4DC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64C0619-6F81-E849-1682-DAD89627A4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BA2F2C-B38B-2E63-258A-BD4CFEDE45A5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DBA2F2C-B38B-2E63-258A-BD4CFEDE45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A3340CC7-ED10-C335-EA93-09D044BEF51F}"/>
              </a:ext>
            </a:extLst>
          </p:cNvPr>
          <p:cNvSpPr/>
          <p:nvPr/>
        </p:nvSpPr>
        <p:spPr>
          <a:xfrm>
            <a:off x="817033" y="4039722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6340654-DAEC-416C-80B7-22F80652E804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6340654-DAEC-416C-80B7-22F80652E8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EA3F3C8-3AD6-DB26-9AEE-006F2AC8DD82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54D740E-D92D-63DC-25F9-1FE37724BF60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60B5FF9-684C-4FD3-BBC6-BF7AFE8DD253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60B5FF9-684C-4FD3-BBC6-BF7AFE8DD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A3F53188-65F6-00C4-099D-2283FD3C2C77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C9A8A3E-CE01-CB5C-1632-D8984F5F9431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A024187-492B-1F9F-ECD6-65D47CA8CE36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436053-D4E4-F031-D2FA-1A7DDC3E15F7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7370F05-E76A-9AC4-71AF-D1072781B7B1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B7060F0-69E1-F130-D116-5B567A7B6FF6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64435E7-1B70-2596-6DB0-9657001DA4CB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FC097F1-9687-2F2B-4D3C-3A7E5BD0AF2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6FE1D08-C531-4890-1559-710E7046CD11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5E54D62-5F04-87F3-60DB-99C87D6BA36D}"/>
              </a:ext>
            </a:extLst>
          </p:cNvPr>
          <p:cNvGrpSpPr/>
          <p:nvPr/>
        </p:nvGrpSpPr>
        <p:grpSpPr>
          <a:xfrm>
            <a:off x="7120691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AE379322-43AD-4FD1-6B7B-2837E256680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349C507-0DE9-756D-188C-93AA1CE97D3F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600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F6BC6-DDD2-7875-B870-218DAE37B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22F6C20-331F-07A1-A6ED-5B4411DC885D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ACDD55-76D9-F740-A6AC-3B91CD7836C9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DE776EE7-3EF1-CB9B-3CAF-9C6A8ADE4358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C82B621-46C3-19C8-600C-4722FE14A2D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1717E44-EF01-BD15-D533-E32D24776FC1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CA0394C-6AF3-676E-0A15-28AF4B2E3944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7DD49D3-F9E3-C5EC-1CA6-321E04964F4B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ECA1C1-939F-5EBB-2C35-C8B484262A3B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E8C258B3-13AB-6DEB-C779-0BFB22DE9A42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60572D-4658-2EC0-ED4E-7ABA97FD5A4F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5F83AA2-23FA-F415-C85B-9889B13BFAD9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05CBCEE-A4FE-EC81-7C33-CF8D5AA3FDB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A6C9A85-9405-28C8-69AC-B17F758628A4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DC83335A-82CA-6B9D-9470-5A10CCD5E464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F95C1A5-A22A-9A27-CF10-19AE7AA92652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7416F25-BFF6-1B4F-7340-C6235883546A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5F98144E-5EFB-F93E-D67F-C599F324C50C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95B3EC4-F23B-C51C-3905-C3F06D593D17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AFC83FC6-F4D0-9AE6-9732-EE1975B4FC83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CDA869B0-DE92-9FB6-A186-6349C67B0396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E63C64C-17E2-6DE3-B61A-54A8BF6FEF80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068FB0A-8820-E09F-8F49-F7D49292AA55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61C8BD6-D3E5-51C0-E872-48E78C6F0378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A378D1B-EF6C-805D-EF42-6F694A47E903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B015527-8084-B829-234E-002C10DF2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8CE0FB5-60D8-787B-9C80-921E4B99B23A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98176C5-9167-2699-2817-FEA3C2B56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F05469B-80BC-CC98-B2CE-5EB432637F36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738F2F6-ADBC-E8A8-155A-6FFF34208495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F9F7E7D-F184-04F8-896C-A69C89DE5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40FDE8C-E159-4E66-BBB1-45E37B8E22B2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96FCEC2-D7C5-9599-5AB7-03728F27C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70FF200-1126-1967-C3EB-30ADF89FB2DA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EDDF86A-8BFE-5FAC-1A9F-348EE896C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BE329C1-F317-0FC4-482D-D5577ABC47A8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0B821FF-72EE-A322-52A9-DDC56BEE2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55C5856-3A5F-EBBC-8640-927ECB96BBE3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BECCD4-3205-22B5-D0F1-132ADA3DC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5EBC679-2D96-5298-844F-4E80B92074A3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5EBC679-2D96-5298-844F-4E80B92074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3A6C264-972F-7E53-C163-D5F59A767EC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9A1D085-D899-BD62-11BC-0AA74A274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FA586F3-FA1E-321B-8815-37E4148F8782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37E93D-D2FC-4050-B7DE-1E127A08C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7D7A60A6-F42B-369A-CC85-95F49D27DA52}"/>
              </a:ext>
            </a:extLst>
          </p:cNvPr>
          <p:cNvSpPr/>
          <p:nvPr/>
        </p:nvSpPr>
        <p:spPr>
          <a:xfrm>
            <a:off x="817033" y="458081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7658691-8945-ACCC-E657-D46C9288DED7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EDFB45E-1F54-A1A1-C2F6-550F626BC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F33EF1D-04C3-1DFA-A343-3C78D8B66DD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61A1A3E-651D-8962-E7B5-141197BB09BB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38EC8FE-E415-759E-FC4F-A8BE0149E0B3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67916F2-B3C4-0CCC-2F3C-51E898A1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2FCB495D-E45B-CBC6-E71F-17E2B354B095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B5E2287-A23D-391E-1FCF-F0ECB833C09C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94F9572-9653-6C92-6DBA-F6F637C08C85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3352627-4CB6-9454-533E-3B573C97EDF2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02BC88D-D8D4-9C4F-50D4-E47DEF9C73CF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AB9DA57-432C-BD28-B66F-8578B6C14906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7CFF11C-AE64-1D41-A157-794FD4084A8A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0C1444C-CE5C-30C8-1E65-1C394027447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5EBA7DF-2DC2-EA12-8631-C452A7F10863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B24CB2D-B135-CF95-D29E-20FBB9A7D1EC}"/>
              </a:ext>
            </a:extLst>
          </p:cNvPr>
          <p:cNvGrpSpPr/>
          <p:nvPr/>
        </p:nvGrpSpPr>
        <p:grpSpPr>
          <a:xfrm>
            <a:off x="7120691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1B6D2A7-0321-784C-B745-747B59A8933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702CEF2-4097-652A-6667-49F2A44F38F3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4D476AA-5982-E8C4-2036-2F9C45112C6E}"/>
              </a:ext>
            </a:extLst>
          </p:cNvPr>
          <p:cNvGrpSpPr/>
          <p:nvPr/>
        </p:nvGrpSpPr>
        <p:grpSpPr>
          <a:xfrm>
            <a:off x="10468999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8AA3BE6-E611-AC86-850E-F499257F2FF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D610225-60C2-BD95-768A-B328535B7BF8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72093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CA79-96E8-4EA1-5108-21D6A718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123E224-164B-6982-406B-5515091253B8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61F3BCC-76E9-A045-036B-5230E79117A9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23E6B97F-261C-91FD-4252-FF2035881CE2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8FFF7BD-A86A-16CA-851B-91D960A3C2B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E4489FD-EBCB-7504-6950-A56EB5B4CF8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3371BCA-98B0-1EF2-4938-3EA0111520B5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8A55044-5C4F-E160-FA08-0BEC37371C7E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5E4B71E-CB17-EA35-03F8-0504B638F665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3D3BAAE4-5265-7D01-95C8-FCA71428BA9C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0CD438-2A6C-11D3-23A2-D065A03F462C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394C740-12AB-07DB-4685-879F4C207247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136D31B-927B-66A4-E035-A26FF88561B1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4276956-198C-700A-2304-ED9A0A4D6D04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5F047C03-D1F7-FD14-08E7-FC8D73205A95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436947C-DBD7-6F1A-C083-C52AEF91A3C3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33ED4D0-44C7-9CE3-8AEF-2594653600B1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3EDE6A46-E4A1-C432-1BB2-71410B7D700C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8F4FAE28-87A1-51C8-D025-2C7784FA8608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0E3642DC-E68F-A84A-098A-1C6785C0D904}"/>
              </a:ext>
            </a:extLst>
          </p:cNvPr>
          <p:cNvGrpSpPr/>
          <p:nvPr/>
        </p:nvGrpSpPr>
        <p:grpSpPr>
          <a:xfrm>
            <a:off x="8405441" y="3517900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DBA1403-488A-BC0A-71CB-5D4B67C2C235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CA12FCBC-0315-A8BA-2D38-FCCE69D256C8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24E0BE8-6CBC-4153-1184-14F9D8A8F6CB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ABEC9B1-7419-DBDB-DFB1-E7B9DB6528AA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B015527-8084-B829-234E-002C10DF2757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B015527-8084-B829-234E-002C10DF27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98176C5-9167-2699-2817-FEA3C2B5629D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98176C5-9167-2699-2817-FEA3C2B562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BCF04DE-EB58-8BC7-8891-FAB1DB89922E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F9F7E7D-F184-04F8-896C-A69C89DE572F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F9F7E7D-F184-04F8-896C-A69C89DE5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96FCEC2-D7C5-9599-5AB7-03728F27C018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B96FCEC2-D7C5-9599-5AB7-03728F27C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EDDF86A-8BFE-5FAC-1A9F-348EE896C582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EDDF86A-8BFE-5FAC-1A9F-348EE896C5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0B821FF-72EE-A322-52A9-DDC56BEE24BF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0B821FF-72EE-A322-52A9-DDC56BEE2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BECCD4-3205-22B5-D0F1-132ADA3DC204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BECCD4-3205-22B5-D0F1-132ADA3DC2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1E972D5-9568-FD1E-9566-7F429E52D1E2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1E972D5-9568-FD1E-9566-7F429E52D1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9A1D085-D899-BD62-11BC-0AA74A27420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9A1D085-D899-BD62-11BC-0AA74A2742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37E93D-D2FC-4050-B7DE-1E127A08CD5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37E93D-D2FC-4050-B7DE-1E127A08CD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7AC42117-1BEF-6828-3F3C-41E490286D60}"/>
              </a:ext>
            </a:extLst>
          </p:cNvPr>
          <p:cNvSpPr/>
          <p:nvPr/>
        </p:nvSpPr>
        <p:spPr>
          <a:xfrm>
            <a:off x="817033" y="458081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EDFB45E-1F54-A1A1-C2F6-550F626BC325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EDFB45E-1F54-A1A1-C2F6-550F626BC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3550880-E1C8-FAD2-FB6C-B703F422B29A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FDE0C9B-523D-9FC0-BD92-A74449FBF021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67916F2-B3C4-0CCC-2F3C-51E898A12E49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67916F2-B3C4-0CCC-2F3C-51E898A12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58C130D7-34BB-6BBC-E090-CDF215BE50E5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B3C5364-907E-2F13-BFE8-D471767B1867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9BA202-BC68-D6C6-A69A-D2BFC205D747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9B4DDE0-29AA-9887-DD3E-FE4551AEEE9F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B9911A9-7E12-9C94-E71E-96B128C31A69}"/>
              </a:ext>
            </a:extLst>
          </p:cNvPr>
          <p:cNvSpPr txBox="1"/>
          <p:nvPr/>
        </p:nvSpPr>
        <p:spPr>
          <a:xfrm>
            <a:off x="7998266" y="326299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8E01D94-23C7-C346-2F7A-D1E490B28379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27E927F-F9B7-FAD7-2FD4-32AA74F91EE2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D6BF2D9-3B5E-181A-8546-2416C1AC0EC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A653588-F73E-312A-96B9-3F9FE25DE0D4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E110440-A671-B71D-B936-B2BAE2D38828}"/>
              </a:ext>
            </a:extLst>
          </p:cNvPr>
          <p:cNvGrpSpPr/>
          <p:nvPr/>
        </p:nvGrpSpPr>
        <p:grpSpPr>
          <a:xfrm>
            <a:off x="7120691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E74F391-7154-1429-8158-1B36E091AD6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C0CC783-F697-9BB7-C17D-6D9CDA130169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720CA39D-7712-42F4-D743-45641D11D43C}"/>
              </a:ext>
            </a:extLst>
          </p:cNvPr>
          <p:cNvGrpSpPr/>
          <p:nvPr/>
        </p:nvGrpSpPr>
        <p:grpSpPr>
          <a:xfrm>
            <a:off x="7556301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9EF08F3-B243-71D3-082D-28F306A1E66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D8DBE3A-B8BB-1FEB-C4B1-E083226C4BAC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60476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8676B-F7D2-83CF-0AEE-ED84822B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D58CE79A-46F8-1CB4-B7ED-8E9E0167FEDF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AF2F46-C164-E378-18C5-23BBD47A8E7F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B1304FB6-ED07-B8F8-7AAC-91BE89386E3B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E92515C-FF43-7F1A-9432-8BD80B31541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8145D0E-CCA6-FB7A-4C14-C06F68A1DCEB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B7F960D-32D3-C7AF-A570-4DE4FAC43C13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EA796E4-8568-0C56-13AD-11E1A271A01D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7BD6C7-B435-AB28-8AFB-4B59405C2736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A035A201-CAF4-223C-51B5-0106057CEB5E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D12CA0-3A3F-9A51-6301-5B0194EE7279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ADEC315-C1BD-711F-E0B1-F867A04FD0FB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C51BEDF-57DF-6FF0-8D6A-5E6E5A825460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690066A-1F93-17DA-0B64-AF6453AC58D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7695A05-C964-E620-C416-0A3F5A45C543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918524-690F-A175-DAF3-11B458A10900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31CA0B2-32EA-BCC3-985E-03FEB8D52A42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F744322-8A35-4E40-074C-C94B5553799B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FE828F9-2CD4-4A63-7BFA-2926FA843BAC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0725294-32AA-9E25-4B00-F513F8BCDC15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C051D20-D133-2AF5-DD5E-78765AE1D91F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DCE25D5F-9C80-BB4B-DE89-F0C2CB8724CF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DCE25D5F-9C80-BB4B-DE89-F0C2CB872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773661F-3E5B-7D07-DE13-FD1219733B2B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773661F-3E5B-7D07-DE13-FD1219733B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263F3B6-3044-538B-B9DB-B51E80728AF3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AEF585A-8854-823A-6CC6-B2868B03AA48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AEF585A-8854-823A-6CC6-B2868B03AA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DB2CD9C-D214-782B-EB81-459471EC0BA8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DB2CD9C-D214-782B-EB81-459471EC0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3F6A1F1-1675-39D3-B753-379A1857A37B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3F6A1F1-1675-39D3-B753-379A1857A3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67F691-5C2E-F11F-F150-EF953C63859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D67F691-5C2E-F11F-F150-EF953C6385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2DB6A05-C8E4-ED96-7F1D-9525B738D477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2DB6A05-C8E4-ED96-7F1D-9525B738D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D4DE36B-9A84-0672-6045-EA1983525EB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D4DE36B-9A84-0672-6045-EA1983525E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451D3F7-8AAF-980A-5E4D-2D7883B38C73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451D3F7-8AAF-980A-5E4D-2D7883B38C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3B23588-C096-5ED6-82CE-B60E0239854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3B23588-C096-5ED6-82CE-B60E02398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2A791981-120C-8851-91AD-81B5C361DF01}"/>
              </a:ext>
            </a:extLst>
          </p:cNvPr>
          <p:cNvSpPr/>
          <p:nvPr/>
        </p:nvSpPr>
        <p:spPr>
          <a:xfrm>
            <a:off x="817033" y="458081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6EFB139-76BF-9607-9742-EF18F36767E0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6EFB139-76BF-9607-9742-EF18F3676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CE94C40-DC2D-EB59-EFA8-28569AE00776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95357DF-0A0B-044C-DB31-85B7AF7AF8CD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805BF0C-DC0D-B3BF-2BF4-508629D975B2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805BF0C-DC0D-B3BF-2BF4-508629D97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7D1E225E-58F2-1618-6302-CAF4CE14B0D8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4A93348-4FD9-B7DC-1559-715E474F4A25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B4B500B-11B7-E909-FC16-E7F4303D0441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2F52DA-529E-2AD7-FC4B-801CC2242E78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AD02FD2-A2F3-64FA-9039-AD1CCACDBB41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F0A7829-AB37-3205-0A69-093417414F09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07858F9-E3EC-FA27-0ED1-B4645A93343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7BE887F2-E7BF-C7FC-8F01-1430920C6A82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5967F16-E855-0176-CF19-48F50F5791AC}"/>
              </a:ext>
            </a:extLst>
          </p:cNvPr>
          <p:cNvGrpSpPr/>
          <p:nvPr/>
        </p:nvGrpSpPr>
        <p:grpSpPr>
          <a:xfrm>
            <a:off x="7120691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DFAD601F-EFB0-4971-64E7-876DA7990FA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3704923-7225-BCA0-6308-FF86F952059D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1CEB458-4098-C912-E738-F704E23DBEF8}"/>
              </a:ext>
            </a:extLst>
          </p:cNvPr>
          <p:cNvGrpSpPr/>
          <p:nvPr/>
        </p:nvGrpSpPr>
        <p:grpSpPr>
          <a:xfrm>
            <a:off x="7556301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644FFA6-0E1C-B001-FFA5-B463FB8AAFF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406E79D-A13E-8837-9AE3-BFDE26874AC5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75642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C41B-E6B9-8833-D468-60782F35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E23F4F2-8607-1B2B-63B5-0453A6828131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346458-C54A-F024-26FE-463A9E0C7D14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29AA38C-C622-38FE-A833-F504DAE892E1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9CDE002B-1CBF-FB5F-265B-2EEAEB4E513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554C79F-655F-A88E-1E94-9B89088450B7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338C952-C8D5-42C7-5963-FAC4C98B6EED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FB59A27-48CA-A05B-CD6E-A0F1C9BD4086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3C379B7-AD68-9E70-BB08-E6572BD928D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B188C45-0F07-1202-F1FD-92DFB76D9480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58347A-F9A6-B6ED-8C57-33B2445809E2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D5DAB80-EFBB-217E-9B09-D74E52C567ED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F91C522-1E99-80EB-E1FF-8EEF9D94808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5B9F7DB-2DB8-3BFB-D000-9F63AA925C4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08AECE5A-F77B-BD9A-EA38-E33395F10081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08CC842-1525-4F4B-9AC7-6381A06102F9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39D7CA52-4047-3046-E9BB-51678FAB16E1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BED9DCD0-120E-EE04-DD2A-563367DF95DE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845585B-8A06-0689-137F-CEBF3185AEE2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100CE86-BDAD-7ACB-4D15-EBBCE047D1AD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AA513E7-FCB6-50CE-5436-8F53765200A6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EC7CD8F-0FD9-3964-0E26-9880B649C8ED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EC7CD8F-0FD9-3964-0E26-9880B649C8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CE41065-DDA7-6A1A-1E2B-0C0BD333175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CE41065-DDA7-6A1A-1E2B-0C0BD33317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284BCC1-68B4-DFEC-7794-3BB9CF61C272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60CBC8D-98AA-FB7C-1BD3-A57E69C81383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60CBC8D-98AA-FB7C-1BD3-A57E69C813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74712A4-1335-13A9-53E4-7ACC3B20BA76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74712A4-1335-13A9-53E4-7ACC3B20BA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5FC8F77-26BE-E2C1-C39A-CC5101DC6310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5FC8F77-26BE-E2C1-C39A-CC5101DC6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F7D8199-23E5-B71A-4B80-53588A4BA49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F7D8199-23E5-B71A-4B80-53588A4BA4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DD170825-52E2-BC1F-3B20-5C09A8E22E26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DD170825-52E2-BC1F-3B20-5C09A8E22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6F718F8-F7F6-AAC4-5A09-A523CA3A8948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6F718F8-F7F6-AAC4-5A09-A523CA3A89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70F841B-330D-1D3F-3DB7-3FAB8EC768F1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70F841B-330D-1D3F-3DB7-3FAB8EC768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D570794-1E2D-B9A4-60BB-6399B37E376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BD570794-1E2D-B9A4-60BB-6399B37E3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E31CEE69-1CE6-5F9E-9F84-534DB92F303D}"/>
              </a:ext>
            </a:extLst>
          </p:cNvPr>
          <p:cNvSpPr/>
          <p:nvPr/>
        </p:nvSpPr>
        <p:spPr>
          <a:xfrm>
            <a:off x="817033" y="3235190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BAF681E-CC0E-0081-7F29-29A643FE8D13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BAF681E-CC0E-0081-7F29-29A643FE8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582AF30-295D-C01C-1EF4-1E3E7A6A477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BC63D89-F17C-B40D-E03E-4E8493603C20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51D0F3B-6724-468B-9D5A-1EDB3DBC5199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51D0F3B-6724-468B-9D5A-1EDB3DBC5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6854DDA8-6CBC-912B-4B5C-269A48051E77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5F27C8-2EB9-DEBE-9577-34130E5450BD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EA26C1B-3945-C717-265F-EB71CCD21FF0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30F1091-85E4-00F0-F230-50832EB3C59A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D2AA778-962B-4180-6309-D905F27A34BE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3CDBD5F-402A-DE99-365A-717047B57A56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888EF1A-2E48-3CA3-BAB3-ABFBC4E11A4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44C993F-2957-D162-ABEE-410FE76042E5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54E49F8-6131-4F31-EB10-823A5532B2B9}"/>
              </a:ext>
            </a:extLst>
          </p:cNvPr>
          <p:cNvGrpSpPr/>
          <p:nvPr/>
        </p:nvGrpSpPr>
        <p:grpSpPr>
          <a:xfrm>
            <a:off x="6556680" y="4951312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DCA072E-24F4-F588-DE60-D34B36331F4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CBDD642-E386-2A92-1BCA-48338500025B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111F9FC-BAC0-6F38-B882-50CE16F28DD4}"/>
              </a:ext>
            </a:extLst>
          </p:cNvPr>
          <p:cNvGrpSpPr/>
          <p:nvPr/>
        </p:nvGrpSpPr>
        <p:grpSpPr>
          <a:xfrm>
            <a:off x="7556301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A31CD46-DA53-116B-0F61-C058454E058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6B0CF26-F953-273A-CF7A-0D7DD2E1F28D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58260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AACC1-092A-0F94-5171-1640502D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E0285CB-B5C3-91A1-451A-5E8A745EDE13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ABA8B8-14AB-A76D-BB86-39709D79C55D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A5D8BAC4-EC55-2C81-BA0F-318290CC5E8B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DC88B28-403C-DB98-8666-7BBAC4479D7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EBC24B9-98EB-B542-7FA8-B76AE39FDF0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3C912AD-945B-FF4B-D098-D7354895227B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66EA277-BD39-05A5-6B03-CDCF6657826F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52A587C-518F-DFEC-6821-CA446E8A917D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B9C4DF73-B586-0268-014E-255F9C328FC1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64C822-22DC-59FD-F4C2-006E4E166762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DD985F9-4DE8-F82C-8967-AD67B0F134F0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823F740-C444-4D72-F86E-D8B4937E0BD7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80E67E2-8200-60B4-A7B8-19034380E5E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D4837F6C-B01D-87F8-8D7F-E62B8B4BEC27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28AB46D-08AD-F473-A8C2-4DAA2D80679E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8B1A7E0-E101-402A-3EB8-D41DE1587BDD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165EA02-3E7E-A022-0BE9-0EEE92F23C0C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4982713-3C87-F7AD-FB25-175A20F411D3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3A04705-A685-3475-55FC-2F9403E0EFD3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550ACB7-7E86-2A15-6FCB-8C8B9E225203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9566DCD-C84B-B08E-087E-BB81F7D2E237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9566DCD-C84B-B08E-087E-BB81F7D2E2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8DE7B1A-E367-3209-AF27-4D99FE300F66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8DE7B1A-E367-3209-AF27-4D99FE300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A282E50-07F2-8A83-8760-BB3995A0DA5A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BC8E5D5-E29F-FBF1-D2E6-518C89763F78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BC8E5D5-E29F-FBF1-D2E6-518C89763F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CAB0DFE-161F-C5D4-5443-E5DB9614282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CAB0DFE-161F-C5D4-5443-E5DB96142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F53ACD4-EE86-2CCD-B375-807D4410BC5F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F53ACD4-EE86-2CCD-B375-807D4410B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EEF76A-91FF-7D60-1791-56C2E781D588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0EEF76A-91FF-7D60-1791-56C2E781D5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02A03A2-BEC9-684E-3A84-A84FE8B3A920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02A03A2-BEC9-684E-3A84-A84FE8B3A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8098D84-113B-90B3-174A-E1E8079C8D45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8098D84-113B-90B3-174A-E1E8079C8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E5743D0-A260-2FF8-66D2-65CC5653F670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E5743D0-A260-2FF8-66D2-65CC5653F6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B204658-3D0D-F47F-FDD6-E187B182BC81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B204658-3D0D-F47F-FDD6-E187B182BC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759695B9-7494-E321-F914-B392A2FBE4F8}"/>
              </a:ext>
            </a:extLst>
          </p:cNvPr>
          <p:cNvSpPr/>
          <p:nvPr/>
        </p:nvSpPr>
        <p:spPr>
          <a:xfrm>
            <a:off x="817033" y="3494191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60480E2-A551-84E5-4FDF-3BBFB0D706D3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60480E2-A551-84E5-4FDF-3BBFB0D70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556F3C8-A86E-243F-6302-FAAE223A1228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042F635-079B-64EE-9F04-E7B4987C2E0A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3BACC2-0B1D-3E2C-676E-B621C5FB9AC3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43BACC2-0B1D-3E2C-676E-B621C5FB9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EC00594C-5C52-D5D2-54D3-4939D8BC9593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92C2C21-16E5-FE67-0318-5CB46E40A64A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B14A6AF-F1B2-DC97-72EE-4D35E39950F6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706EB0F-DFC5-1FD2-9C23-4A5BA15C9F51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D01CC80-3776-758E-43F7-E7C93429DAC7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09417B7-CE82-D7B9-9D74-9E74A5553FF5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6D99034-6248-A774-3348-73855174EE8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0BDCA30-85A7-0730-6718-C047885612A0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E78BC7C-F9E0-6E42-3417-8EDC9DC5536E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0DE75D9-B9F4-A932-30CD-DC0187008AF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2B39FC9-17F0-0B8D-6F50-449F87D5D4DC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BC0D601-B125-7CCB-93D8-45B66DBCAA44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539E3AD-BF0A-4A11-AA30-33276070F09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7BBAF61-1CBB-1B3D-64B8-6C59E0FE5997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81142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8A056-F1CD-65B7-2C0C-72C96A6E0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F8CAEE8-1732-1717-CAB9-A389BB5C8805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A833DD-6AB3-24E5-662B-1B5C406877C3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24BF99BC-9F63-48A2-D3E8-E5CB981F4D67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32B8F7B-E865-1176-1948-3F1DE36756F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BB5AF58-4E10-70B5-4ECE-C0BF2A0FEF3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6070856-ADAE-103B-668E-650464007855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4274D122-0F05-DE28-40F1-4725ED63BE5C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05AD814-1B64-5FD9-1247-7F1580D866DC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35747F2B-6906-F0AF-82BA-7BFDFF5C58D3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BF3F77-3889-7684-2B5B-2037575D8781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EEAE920-ED41-3059-D012-FA59AB8F8178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31754D5-EC97-1408-6375-99F09754303B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735CCC8-F36D-B918-E249-F01C88FE8616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4A931FAC-8A85-8DD1-499E-57584BB9D542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620483A-EDBF-1071-4F6E-31FD4C348528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DD6A0BC-ED0C-4451-B5DE-15C76571888B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D9D01100-05C4-3E82-8712-B52878E74342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9832760" y="2781864"/>
            <a:ext cx="0" cy="82109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5FC95DB-E715-5D58-96C2-AAA8405E2C29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EECA181-CABA-D5C9-B649-D7AD04D1FCA2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E75D1C1-BCC1-C7EF-E18F-3650F016C1AB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0026C99-7B49-C9D6-D298-55F7A7711010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0026C99-7B49-C9D6-D298-55F7A77110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D82FD43-F048-8604-0518-78F2E60A9678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AD82FD43-F048-8604-0518-78F2E60A9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FEDE3E0-EFD1-9AD9-087A-F8FCA8719A6F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6F900EE-23AA-5806-AC91-98E5B9050358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6F900EE-23AA-5806-AC91-98E5B90503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A425F-22C3-AE14-111A-5A1C64176922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3AA425F-22C3-AE14-111A-5A1C641769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054022C-7F62-F709-8964-015E49F24B49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9054022C-7F62-F709-8964-015E49F24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A83029B-41A8-C8B1-1935-7951C80E5AD8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A83029B-41A8-C8B1-1935-7951C80E5A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BF5C98F-434A-8976-FB55-E7707E58C159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BF5C98F-434A-8976-FB55-E7707E58C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C1AB35-EBDC-3C90-E3BB-540301FB01F2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6C1AB35-EBDC-3C90-E3BB-540301FB01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12E014C-73EE-5572-AFBA-54983F9D883D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12E014C-73EE-5572-AFBA-54983F9D88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7653B6B-62F4-9679-8C1F-551BF971BA43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7653B6B-62F4-9679-8C1F-551BF971B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04FFA7B1-3D21-A9FC-7971-2ABDCBDF96B0}"/>
              </a:ext>
            </a:extLst>
          </p:cNvPr>
          <p:cNvSpPr/>
          <p:nvPr/>
        </p:nvSpPr>
        <p:spPr>
          <a:xfrm>
            <a:off x="817033" y="3783691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A0D4B3E-450B-3F4D-9312-08978B4A1479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A0D4B3E-450B-3F4D-9312-08978B4A1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99CBEB1-F526-8A04-03BA-FBDFCAD88249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9F2832C-4817-41BE-62EE-C1A3CB40F044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FA4C95B-4FC7-E80E-099C-5D7B09503B43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FA4C95B-4FC7-E80E-099C-5D7B09503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102A5B46-77D0-54DB-04FF-FCFC980BBA28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DCF43C0-361B-93DC-F68C-E21EDEFEC227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F0C5E9D-3004-3E34-C46C-EA9A7DC31823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3D2D13B-5F5B-2942-19F5-FF4643793C2B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DAC32D1-4747-3A76-9ED2-75274A527F80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2DD3139-3C82-11A5-D898-D82DF83F6C54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8A90E6B-6C06-983B-DBDC-FFB6BAE0B61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D225DA5-D7AA-CE2B-6432-07FC7EE60E3D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4F086C3-7EF7-B0A1-8FEC-D69918FEB68B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460A5E4-C18F-0FF3-14B0-F679F6E498C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7BE47BE2-C944-C684-088A-893F8A04C8DB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9501C12-87AD-E8A9-CF17-CA7059B66FAF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E6EFD9E-B479-0945-A8A9-B70B4E83E20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F2F9346-2E10-DB26-262D-ECA97857900A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18250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49FC7-D598-F9BA-746E-81EECD98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4D0FA79-C803-C4BF-C3B5-54440CBFF95D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0638048-8D74-C214-7251-7C34F7856537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10422EE-30B9-2E04-EB63-FAFA99DD2C1C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04C16BE-32CF-5ADE-ED15-870E3634D89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7FAF69-3C3A-9936-A733-5E7439E5A67B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08E89085-9229-93CA-60DA-66B1225399B3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1A9CF0E-183E-6959-3E3B-526799898A3F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B8B1A8C-B3D9-41FD-47C5-4AC0C88F6956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6E16AC26-375F-A344-5565-4A16F1D21B41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97771B-D914-2D3F-B345-B7A31393E432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6B4022E-255D-9FB9-2BA5-6ADA9A9ED7D0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0A50E71-3143-0D3A-751E-339C93CF4E0A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11C22FD-4AFB-3EDF-32D5-474F2EDF8C57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A5344989-4C19-DD43-5B4B-8127136FE821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2C3E50E1-66F2-6573-9673-0C07B372FD54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F57E74D-2F5A-E7C5-8FA3-B9185F14C694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3021D8DD-21D8-78D5-10FF-5B8C53D898D9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187EF86-F2A1-E119-468B-B71CFFAAD0D7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D11A925-2D2D-290A-B1C2-BAC2FC9123D8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8B52974-4C25-FB27-D58A-CD4D84B7DC60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8B52974-4C25-FB27-D58A-CD4D84B7DC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19BDF3-05A1-D4BE-8923-E49777F0BC5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419BDF3-05A1-D4BE-8923-E49777F0B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BC31735-4113-5315-266A-7D748F481CB0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F8625D6-B5C2-CF3C-46BA-6BABE47385DD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F8625D6-B5C2-CF3C-46BA-6BABE47385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5692EE6-BD68-72AA-E693-14FBBD23C2EA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5692EE6-BD68-72AA-E693-14FBBD23C2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D9858A4-ADBD-C6AD-BE59-C2C105BC4C64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D9858A4-ADBD-C6AD-BE59-C2C105BC4C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683B642-B9A3-6692-DEBB-69E4CA1E548D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683B642-B9A3-6692-DEBB-69E4CA1E54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FD57514-1D43-2C40-4CB9-ADDE3380AB4A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FD57514-1D43-2C40-4CB9-ADDE3380A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8A0454-8E80-C00E-28A1-21CED73EDD2B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B8A0454-8E80-C00E-28A1-21CED73ED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B15A0A5-DB13-F5B6-8CAE-65F25A988A2E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B15A0A5-DB13-F5B6-8CAE-65F25A988A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F910661-EE47-E20B-6548-18221E5DF117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F910661-EE47-E20B-6548-18221E5DF1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D3DC2EC-CEB4-6989-0A0E-7FD7C70116AF}"/>
              </a:ext>
            </a:extLst>
          </p:cNvPr>
          <p:cNvSpPr/>
          <p:nvPr/>
        </p:nvSpPr>
        <p:spPr>
          <a:xfrm>
            <a:off x="821796" y="4037562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782B8BB-B96C-848F-2395-3C1DE077BBE6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782B8BB-B96C-848F-2395-3C1DE077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E4AF087-4CB2-ED19-0268-018E400F8FF8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4B7F9F3-2C60-5A45-65C0-788730518BE9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0E28E2C-7BA3-F32C-AC5B-BE94519358E1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0E28E2C-7BA3-F32C-AC5B-BE9451935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DCFF2FF0-85B0-2B69-19AE-303AEEB684DE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8FFD9C0-5BD6-2A3A-49C4-415D1229274F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E18CBD5-5A89-D853-0F9E-215EC995D321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C7B70AB-7393-80C7-5A49-103746334C36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E99757-C162-F118-DD54-D7B83DF2F6F4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AC7998F-06F0-88E4-8753-C60D6EC28CAF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D0F6183-4C31-EF74-3315-9EF11086DB3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DFAFE63-CFDD-63B6-A258-7B821D7B13E6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FFDC6EF-0E61-1C81-A76D-689727A573F4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1252B8E-418D-70EF-EF04-7AB6BC1EBC8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C101D52-7800-8431-587F-4EAB9E7C6B5D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6548EDE-5CA1-C42B-B195-B26685E3526F}"/>
              </a:ext>
            </a:extLst>
          </p:cNvPr>
          <p:cNvGrpSpPr/>
          <p:nvPr/>
        </p:nvGrpSpPr>
        <p:grpSpPr>
          <a:xfrm>
            <a:off x="7062005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B527718-9579-44F4-E981-F9B07E03C40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455648A-374A-4329-EDED-E8C12A49937F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983566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4478-9B82-B242-3C92-D3EBF0FD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0B3F7D3-1B20-DF0B-00D9-F91665204567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F26658-6E27-633B-0263-F5BCAD449B2B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64C12146-5F4F-61D2-F71B-A122316EC2A6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10CBDB2-3308-CE7A-18C7-2F2895AED37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0564F91-CEC3-1ED0-206E-2D474740A018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00BA0A6-B917-3ADD-FCBB-10A6884AB15F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B6225F2-09F4-0A7D-0641-1A17DAF5C145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3CF4442-0EF5-9795-1D61-C9A96EB1C14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63EF04C9-E29D-9423-3E06-9E39F54F4C77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5F20E5-0318-19DE-6CF5-494F15046B47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696453E-9572-E78C-9929-FE6E594DB4A5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8D9C02A-753D-9B95-5B23-26C15F6D9E56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E8D079F-2A17-1F9E-52D8-67BAF64B44FC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EEC32FEF-EB4F-49B7-3FF2-1A9D0FBD2FF5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96B84FD2-7F14-C06F-2245-69D7BB794C40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AC34A73-B8ED-952A-1638-743A966F8BF1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AC437C6-FA60-1945-F05B-2CE9EB33B75F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A95E990-A13B-059C-60F5-9E1A1B632EB6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DEC8B45-6124-B48E-6D9E-A0E586FFDDE3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973CB04-CDAC-0EE3-F448-0124DF66C3F0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4E40F00-7AAE-A012-EE42-96229E36B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4F1D76C-85C6-585F-7458-3F8BAA44FDA9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2C686C8-F61D-C071-D4E4-BAB5C102DD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02E06E9-3076-1135-3E1C-85945C8C3CE6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9EB05C2-727A-01EE-2AA9-62BD40A3BB37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163A6CE-9D1A-DAC4-97B8-2E96A55D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6E69E8A-6EE7-9E46-29EB-006AE3D63CE6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5E514F0-CB97-2F88-372F-D3F15E5A0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0C357468-A788-5023-6800-32ECA42C9168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47BDE23-C8D2-5CF4-647D-18B009F99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3933AF9-1F62-0AD2-E6AF-C81AC2F169BA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ED9953A-2B1E-84DE-03A3-4A695C89D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72B39FB-8206-1A6B-923E-1A762A07EB4F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FBA5684-A507-645F-2CA8-8AF662545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BCAFED-7CEB-4E07-0154-095EDDB1435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18BCAFED-7CEB-4E07-0154-095EDDB143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63CF02B-4F17-3672-167E-BE8AA4734BAD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237B8C6-CC1B-F535-122C-F872E7DC1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89AA42F-3EED-052A-8883-794860B5435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D595EEE-F876-480F-0FA3-29E647C07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BA38B67-0F10-D674-F3C2-AF6DA1FB70FB}"/>
              </a:ext>
            </a:extLst>
          </p:cNvPr>
          <p:cNvSpPr/>
          <p:nvPr/>
        </p:nvSpPr>
        <p:spPr>
          <a:xfrm>
            <a:off x="821796" y="457727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EED178F-4FEC-D935-6AAB-BB65FF5C526F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C35EDB1-DB72-ED47-2C44-A0DB866D6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AD7E1E8-227A-FB09-A423-6D19FA11871A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0E650A2-94EF-A8FF-741F-D52AD0C79ECE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143A29A-18A4-956F-2BA6-9D24240C51EF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AA1BFEF-1564-2C58-D32A-60D09A186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0D5A60ED-6497-B732-FB95-1C4C9A17C353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DF38409-F64D-0A2F-DA0D-F5A3F6B92387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E6AC004-2BDC-77DF-032E-BFB6AB5417A1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34C6040-CB1F-E45D-04D5-4C403C41897C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26711A6-DB00-6609-F014-AFECA364FCB0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8AAC655-0CFD-F9CE-2F1F-4CC1F0194327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625F56C-D5C7-8A77-ABC2-9458AA592EF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01BB41D-8309-18B0-9849-74490540BBCD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EFEE86B-7C7A-4D49-C7E9-A9C3F46A4FD2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0406ED2-3EDE-742F-A687-94A75A64E13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7E45665-19B9-F860-A8B5-A145E2B77DF7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580447E-B5AD-6DBE-DF18-D0A3C409A23E}"/>
              </a:ext>
            </a:extLst>
          </p:cNvPr>
          <p:cNvGrpSpPr/>
          <p:nvPr/>
        </p:nvGrpSpPr>
        <p:grpSpPr>
          <a:xfrm>
            <a:off x="7052732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FCE0689-FEE6-B0EB-2918-4FC3AB12318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8A8A992-B9B8-C63F-27BF-A0279E0B607F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10AF26B-A028-0411-4AC4-DE3E864A053A}"/>
              </a:ext>
            </a:extLst>
          </p:cNvPr>
          <p:cNvGrpSpPr/>
          <p:nvPr/>
        </p:nvGrpSpPr>
        <p:grpSpPr>
          <a:xfrm>
            <a:off x="10401595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29B8BB2-61DA-288B-86A3-B8A7F294F77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AA9E2CD-CA85-AF20-6E74-B35A021F40DA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837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AA01-E37A-9E19-660C-B62735E5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FA7E28F-2083-6AF4-4A48-BF22ACF1F757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72C7FA9-3EC6-78C9-86C9-266C2810AA80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AFA7407B-783D-1679-FEA4-BF318B5C0BC5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DAFD3F93-F5DD-1B71-C4A7-E4595294440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44C2AD8-80DA-5FE1-EA04-6EF438772D3E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F91DEE-D9F2-E05B-07AD-269B07F2C612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F61D309-ED8F-58F7-C558-50F9A6F5099B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C5AC505-1812-3F54-FA95-40344315AEB0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E80A617D-EB7F-417F-9BF0-39D92CA6040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62F529-894E-3CED-50A6-A1750EBE0A13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D0FDA6F-0170-91F5-6CF7-9B8826A7A8E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92C6561-E257-7428-4FE7-DC66900A23FD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5F530A3-EFC6-27EC-1866-96CA2EA8CFA0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1D1FA00F-86DE-E8AA-E161-0DF1253FB166}"/>
              </a:ext>
            </a:extLst>
          </p:cNvPr>
          <p:cNvGrpSpPr/>
          <p:nvPr/>
        </p:nvGrpSpPr>
        <p:grpSpPr>
          <a:xfrm>
            <a:off x="9597414" y="3602960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8827F38-67E8-7BD4-BF32-21B134094204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C882952-3B83-B516-87D6-1CEA0F6AFF33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168F1AF-B418-CDDA-D83E-E496798D4840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8388490-1CAB-BCC1-9A69-F340140A5DAF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22F85BC-DB5F-1032-0F14-822FB8D11061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4E40F00-7AAE-A012-EE42-96229E36B04F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34E40F00-7AAE-A012-EE42-96229E36B0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2C686C8-F61D-C071-D4E4-BAB5C102DD70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2C686C8-F61D-C071-D4E4-BAB5C102DD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EE98939-64F0-707F-BCA6-F41F323535C5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163A6CE-9D1A-DAC4-97B8-2E96A55D389C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163A6CE-9D1A-DAC4-97B8-2E96A55D3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5E514F0-CB97-2F88-372F-D3F15E5A05B6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5E514F0-CB97-2F88-372F-D3F15E5A05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47BDE23-C8D2-5CF4-647D-18B009F99905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47BDE23-C8D2-5CF4-647D-18B009F999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ED9953A-2B1E-84DE-03A3-4A695C89D7BF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7ED9953A-2B1E-84DE-03A3-4A695C89D7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FBA5684-A507-645F-2CA8-8AF662545FD9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FBA5684-A507-645F-2CA8-8AF662545F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89F3696-FC01-F9A2-F138-1F0258BCA6FF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89F3696-FC01-F9A2-F138-1F0258BCA6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237B8C6-CC1B-F535-122C-F872E7DC1095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237B8C6-CC1B-F535-122C-F872E7DC1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D595EEE-F876-480F-0FA3-29E647C07ABE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D595EEE-F876-480F-0FA3-29E647C07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D6769DE-D2BC-47FC-C17B-27AC6AC5C744}"/>
              </a:ext>
            </a:extLst>
          </p:cNvPr>
          <p:cNvSpPr/>
          <p:nvPr/>
        </p:nvSpPr>
        <p:spPr>
          <a:xfrm>
            <a:off x="821796" y="457727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C35EDB1-DB72-ED47-2C44-A0DB866D6B6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C35EDB1-DB72-ED47-2C44-A0DB866D6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86CC867-D7C0-6984-4473-67D3583292D4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473A70C-6391-5C7A-3EE4-B6A21F649A98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AA1BFEF-1564-2C58-D32A-60D09A1866AA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AA1BFEF-1564-2C58-D32A-60D09A186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F4862251-2BDA-FFC9-B027-AF53D5E28D43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D00A5FE-F63E-E0DD-3A8E-E2DCD1DF1C3F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FD5217B-B2C6-6C2F-7B72-2ED5DF6A4792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76B3D94-13A3-B701-AFE5-B9A5F8DD0F54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61ECD60-6417-20AF-1256-B638CBE9D2A8}"/>
              </a:ext>
            </a:extLst>
          </p:cNvPr>
          <p:cNvSpPr txBox="1"/>
          <p:nvPr/>
        </p:nvSpPr>
        <p:spPr>
          <a:xfrm>
            <a:off x="9286618" y="3271020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FA10661-C9EC-A459-F844-4216A17B7FFC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F3E10C7-FD40-30E2-3661-A1EA694F660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5F2F2D4-AC98-C57A-6452-64CC0C626A45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9E6F580-083B-1DF2-DDCD-37C4C5E659D9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2C286E5-822F-A768-A724-FCFC2D0CB8F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7A79AEE-428C-4D56-F17D-A2C8611075CF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504FC7A-C6B5-4EA2-B9E3-3056B98F523C}"/>
              </a:ext>
            </a:extLst>
          </p:cNvPr>
          <p:cNvGrpSpPr/>
          <p:nvPr/>
        </p:nvGrpSpPr>
        <p:grpSpPr>
          <a:xfrm>
            <a:off x="7052732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BC846B7-E89C-510E-C41A-FFB392F3703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D4433D0-CC05-DA9B-8765-034AC57DA568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03BBEEF-8400-2CB6-B866-F3095A4EB11F}"/>
              </a:ext>
            </a:extLst>
          </p:cNvPr>
          <p:cNvGrpSpPr/>
          <p:nvPr/>
        </p:nvGrpSpPr>
        <p:grpSpPr>
          <a:xfrm>
            <a:off x="7466594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6370837-CB7C-40CB-66F0-D304CB167C1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7CAFF00-F5E7-9712-A788-EB3C1940C3E0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81244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179-A64B-056F-86DA-996B5D38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64D887F-C96D-05EE-5E96-3C9857A0A9F0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95AAB9-D592-22B1-D704-CBC1D41B6BF2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B328CF93-3474-0014-8636-3749FB23B822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336928-2C8C-2D72-3948-F1FC2EE2166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917DCFF-329E-1048-D205-2DBD9CCE44C1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7E9C30B-3D37-D254-2D90-4674B0678FFF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026D491-B970-D54F-2ACE-FD21655FF5D7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1193AB2-2FFC-E479-7C71-07B0C83F74BB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FCF1162-227C-93C0-002F-B725CD236C0D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F65FD6-8329-3CC1-4246-5A143A952EC1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73B36574-E11B-CC63-4620-3BFFFF5849C1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B4EDF05-02A9-D804-EF33-F41BD6BA647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B4B7CD7-C023-DA49-359F-8EA0B4A11A8C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D9F1F9E-58D2-F4C5-E472-B65F7B8BA7AD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1288F2F-7522-330E-F69C-A55F15C137CE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2169CEC-66F4-428B-DDCA-7296D016779B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0CF4E78-E24E-A3E4-12D0-2480D82296DA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0CF4E78-E24E-A3E4-12D0-2480D82296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249515A-2FB8-38A6-46D2-B44C1A04C98A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249515A-2FB8-38A6-46D2-B44C1A04C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571435E-DE50-59C4-215C-5871182B7FFE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4D87D6F-52CF-4FD8-C565-E0180A4BBBAC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4D87D6F-52CF-4FD8-C565-E0180A4BBB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EE0E8FA-692A-3DC4-9710-F4D844BC5180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EE0E8FA-692A-3DC4-9710-F4D844BC51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B4843F1-DFA6-23D2-2BD3-93C0B86FC4C4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B4843F1-DFA6-23D2-2BD3-93C0B86FC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E625790-8BEB-02FB-D2F1-7BBA3214D2E0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E625790-8BEB-02FB-D2F1-7BBA3214D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AA16E8A-2A79-D195-95B5-F652E72DF480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AA16E8A-2A79-D195-95B5-F652E72DF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97AFA90-7ADF-0385-20F3-FF63DE6ED146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97AFA90-7ADF-0385-20F3-FF63DE6ED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592625A-1C50-9D66-6122-D079BF5EACD7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592625A-1C50-9D66-6122-D079BF5EA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43AA14F-6180-5A7D-4B1A-6E069829C021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43AA14F-6180-5A7D-4B1A-6E069829C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1F8AC5A5-DCC4-D21F-5362-06813EB90FD9}"/>
              </a:ext>
            </a:extLst>
          </p:cNvPr>
          <p:cNvSpPr/>
          <p:nvPr/>
        </p:nvSpPr>
        <p:spPr>
          <a:xfrm>
            <a:off x="821796" y="2956807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BA244AF-3487-5A2E-72A2-BDC54FCECA1D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BA244AF-3487-5A2E-72A2-BDC54FCEC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164EAB4-C184-EA1C-43BE-434B0CD34B3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F2EF1C9-003D-AFD4-B86D-B853DB608E11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ECAAADD-3F96-9F6D-8A7A-47E5D070FD21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ECAAADD-3F96-9F6D-8A7A-47E5D070F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9AC4C216-D55E-1AAD-5C0C-9835993F6B12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B3A0704-20CB-70A8-6F03-4CC21A21B1DA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A13013A-ADED-11D8-1D21-B40C7CC8C42F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2BBFF5D-B784-CB66-4F30-12ED2A535FD4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FF19F01-8BB9-9CA1-1A7E-9BCB0EE0943B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38E82BF-5EC2-29A3-F479-F2F8D2ABFA0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4498D89-A88B-19C6-8C03-060D6839F036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CF0A411-97B1-C7E6-0AD8-F807369C60CF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21D159C-2095-15F4-607F-9E35A5D796C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CE28FBB-4B45-8EF0-1E09-B8F1BE5D9AFC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44A45DD-C188-D69F-1544-3A6F6DAE9176}"/>
              </a:ext>
            </a:extLst>
          </p:cNvPr>
          <p:cNvGrpSpPr/>
          <p:nvPr/>
        </p:nvGrpSpPr>
        <p:grpSpPr>
          <a:xfrm>
            <a:off x="7052732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8D9F068-4948-1E65-8D06-5816AC620E5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E3054AD-BCA4-03CF-E54F-EE52D4A140C3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0314035-269D-4025-3C28-A335DEE40D9B}"/>
              </a:ext>
            </a:extLst>
          </p:cNvPr>
          <p:cNvGrpSpPr/>
          <p:nvPr/>
        </p:nvGrpSpPr>
        <p:grpSpPr>
          <a:xfrm>
            <a:off x="7466594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400AEA97-70C9-B1F7-6E1E-A7A3D6688E8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9923C7A-A9C4-4EFA-2041-F90A408CCACE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15433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8CCEC-14B1-8521-A1DB-B8C1C491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8C1BE48-FAD5-7635-13DF-26D33D6E26B3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C7F36C-79E2-A3B2-0189-539E8AEEA715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03A58EC-DBE7-233B-8320-623FFE52DFEC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2C5FA08-37D6-3ADF-2970-FAA24CE8F47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6DB4804-04AC-89F8-14E5-EBE706D64E9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60B9A93-1C84-EC8B-1B65-2074BA4B2C66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5AB2257-4832-7CC5-F04F-486DF4A7F7D7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4AD71BB-0238-AAED-17A6-106E36013193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028DC409-CFEE-F36E-73B9-BC997774A8E4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6D4000-F726-10BB-96C2-429C9A9DA041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107DE37-1546-232A-EF7F-2269C8F4361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9887B5C-AC59-0F6F-624B-131969ACCB91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1506872-9FD3-8522-A8A4-FB6FE1D1B6E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EF07D5B-72CE-4750-B2D8-5747D2454605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870EDCA-3796-02BB-B3CC-7E4C19499D8E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E5DE624-F6CA-C821-7E2E-AC98585B8666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5524F68-E082-DED1-7104-2E31EDC212F7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5524F68-E082-DED1-7104-2E31EDC212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2885BE9-B5C2-4EF8-604D-09BDA4B33503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2885BE9-B5C2-4EF8-604D-09BDA4B335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3906BBE-5E51-4F9F-6825-72D024DAC2EE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E437C70-A0A2-FAB3-9459-0A45E6EE8711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E437C70-A0A2-FAB3-9459-0A45E6EE87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8D58CA-BA44-2C04-2DC4-E68F1839F267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8D58CA-BA44-2C04-2DC4-E68F1839F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912F10E-C5A5-B7F9-0A60-C47BA278EB08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912F10E-C5A5-B7F9-0A60-C47BA278EB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D3F3B1E-430A-D4E5-C2B8-6DB23E098BC5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9D3F3B1E-430A-D4E5-C2B8-6DB23E098B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86D162E-EC85-895C-873A-B0E7D5B13DE4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86D162E-EC85-895C-873A-B0E7D5B13D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BD86833-A201-1E1D-5428-4D4CE0EB58C8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DBD86833-A201-1E1D-5428-4D4CE0EB58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1B0D2F9-A3CB-6EFA-586D-97DD6799F600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1B0D2F9-A3CB-6EFA-586D-97DD6799F6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4487EB2-A441-97F4-2726-102043D00E98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4487EB2-A441-97F4-2726-102043D00E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2435E177-44FE-CB24-752B-F0E347A4DEAF}"/>
              </a:ext>
            </a:extLst>
          </p:cNvPr>
          <p:cNvSpPr/>
          <p:nvPr/>
        </p:nvSpPr>
        <p:spPr>
          <a:xfrm>
            <a:off x="821796" y="3273757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D0BCE52-9F92-CF5F-B931-2616B0BB3342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D0BCE52-9F92-CF5F-B931-2616B0BB33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7874D8C-2BB4-8B04-B200-F287D7CBFA8F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A0C433B-55CD-8261-2B4D-FE2CC827E0B3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A2255CF-997B-C219-D840-E07CC2C69E33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1A2255CF-997B-C219-D840-E07CC2C69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92402AB7-352A-AFCD-7656-8CC79CE5A911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30A6194-B42E-7AFE-03AA-8E365CAB9578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5EB0F31-7B65-595D-B04F-84D4DC05856D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EA8DDC2-B787-A743-1DA7-C27E480DA73D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63008E1-96CE-9EF9-E676-63E09DD18AF3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6D16F528-F539-6C53-122B-3AC07666D1A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964BAE9-40F9-FE0C-5D7D-AAFB53C33D8E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94CDF05-11F9-0F60-87E9-2EBF7807E22C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3A0BB6D-F661-B3A0-64AE-A33D30676C5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6761D82-15AE-CD9A-DBD5-671074EA2A1C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FAFB53C-4B6C-C73F-9AC4-C3D3C5D78FF1}"/>
              </a:ext>
            </a:extLst>
          </p:cNvPr>
          <p:cNvGrpSpPr/>
          <p:nvPr/>
        </p:nvGrpSpPr>
        <p:grpSpPr>
          <a:xfrm>
            <a:off x="6447365" y="4966701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E97729A-2E55-57D5-ADDB-48D76C79279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EC5A5CA-9B4F-B23C-DC16-ECC9C86AC021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63232C4-1B65-0421-5691-11D78FADDB01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0F31C0D-160E-8E31-8EE5-D7A16A228A6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5CB33A7-90F5-59DC-74E8-364DE9E1C2C3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21992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E3DE-7B92-869F-A7D6-6F3B44CB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5EE08571-479C-A668-D79A-3AAC67356706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C72923-FA04-9137-B398-EBE5587ECF13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E724D52C-B09A-7569-6729-CD0BE3EEE61A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3ECDD9-3FCD-6CC5-D54B-D4A2A2DA3FA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60431CD-8999-F96F-BACA-C372F08FFC6B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F36934A-E5C5-E79A-D101-42DFEC5CE3AB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12DAFDA-37DA-8136-B771-9E79AB84B175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E3B62DF-ED4A-683C-A3D5-A81A224241D2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AFF68132-65EE-CCAE-6CE9-26F5B22AA86B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782FE4-D84C-F550-F80B-D9DA4EE99053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788DCF9-7626-8FC5-AA05-8BDA4B50B3B4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904689-0CD2-1BBB-395F-ED01B5651572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55CBA06-8BAE-7D0D-1D34-45CCD199EC0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F256F29-1DB5-2247-719A-9A8B82A764D7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8D49464-EA7D-0B2B-004A-CFD71856F80E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C45EC73-AAED-6CC7-D0C7-7A00BC50F373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BCF7564-4C11-2E72-CAB9-A60BEF9A86C8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BCF7564-4C11-2E72-CAB9-A60BEF9A8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D05BCFC-6706-B039-B404-67A746E382AD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D05BCFC-6706-B039-B404-67A746E382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5259831-4A1D-DB3B-EB2D-D7AC30C601ED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F116A7B-B655-6282-8B1A-20851C74DCB5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F116A7B-B655-6282-8B1A-20851C74D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C771540-2330-2287-3D41-414BAD79D83C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C771540-2330-2287-3D41-414BAD79D8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60077F9-D13E-898B-C38E-046EDEC01E2A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60077F9-D13E-898B-C38E-046EDEC01E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D5C7791-FBF7-A418-CA0E-01EEDECB4A30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D5C7791-FBF7-A418-CA0E-01EEDECB4A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3C974B-AAAF-39E2-8738-0B7AC6C35ADC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143C974B-AAAF-39E2-8738-0B7AC6C35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B683CEE-BF10-A199-3EA1-F2A99689E6A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B683CEE-BF10-A199-3EA1-F2A99689E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7345A079-8C8A-3E5F-F147-A5EF4E03044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7345A079-8C8A-3E5F-F147-A5EF4E030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12BC94A-6BB8-C642-AEF4-209B64C39DC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912BC94A-6BB8-C642-AEF4-209B64C39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5BBE88CF-E8EB-6F51-50BD-F0E3E319179A}"/>
              </a:ext>
            </a:extLst>
          </p:cNvPr>
          <p:cNvSpPr/>
          <p:nvPr/>
        </p:nvSpPr>
        <p:spPr>
          <a:xfrm>
            <a:off x="821796" y="3490157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243B387-3FC0-3D12-CEC9-DE267F8842F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2243B387-3FC0-3D12-CEC9-DE267F8842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00E8C56-6F39-DF3D-B9B7-1775DDF27CC4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534CB7D-713B-5D76-6DAA-90D6950F654D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0A75AAD-6DB1-FD8C-C9EA-2B2E468D720A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0A75AAD-6DB1-FD8C-C9EA-2B2E468D7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A31C3493-B7EA-5BB2-F1DE-D72CE557ABA4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FC20F29-1B18-9F00-550C-457080C58A50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1EA70E4C-1773-8DC7-B9BF-840AF42FF300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37D9865-3319-7B84-7C4B-E462CF0E8E2E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41B560F-149A-0323-3B5C-DADACF438842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56808C0-FC7E-C952-1BF9-A6617FE470C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0916C3E-E4AA-FD71-2C2D-CDCAC2657BAF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7C4F9F2-4B6E-7FDC-38A1-E61117E88DBA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885E473-1AA3-552D-E472-DE71F39651F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E46CA0B-06AB-9DF7-7381-4F4BE9D2AF04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1B0F2AB-7F0E-C119-C141-D9483FB7E999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EC26FCF-DE3B-84ED-9975-95A5C2061E9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EEA3604-9ED7-3A8D-2D6F-ACB16F4E0253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9916F79B-D603-5D9A-3E1D-9662B49A1BB6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5A298D2-61AD-D207-668D-82D79A12BA1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1097599-E12E-5CF4-70E4-9D6BA25A9DA3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04623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794FC-43E6-2033-9BFA-0D604191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F4D610A-0772-0015-3AAF-BE4A23772EA3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F22702-4528-488D-DA4D-F1C0ABF1B47D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C9AF7E08-6B39-06DA-A586-37CB0521326F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99A4D08-B80B-DC99-A4F7-0ACA5592DA6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E0CDC30-8D29-EC59-08FD-EFAEB1EAA25B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0FBA3CC-BF44-6EED-A4DD-A42B50E58B55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85DD3F5-D1D9-0B3E-D1BD-257A02340417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09C0B665-EFFE-A5EB-9778-C3E11D4A5C63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BC771CD-DBC6-6DDF-924B-06452A42075B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88777D-1D14-C8FD-666C-A2E871737B78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EADB2C7-2A26-1467-2103-F3908E9245FC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759CECC-2EB3-6DED-5041-237D52FEAD97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8652873" y="1486695"/>
            <a:ext cx="678" cy="82412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8B16088-A6BB-420E-3066-1F5F7E5CD077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2978F5C-328C-DCC3-2EDB-DF172A7F49AA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A46139D-9662-74D8-BD71-C47EDDEAE79A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337D8B9-77FF-9064-8D33-2EADF7437A89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5A06AE7-1FDE-FCE3-83FD-B45DED13FA58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9A9CA1F-6A3B-963D-FDA0-B894976686F2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9A9CA1F-6A3B-963D-FDA0-B894976686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0B514E03-D0E4-D633-0639-84AD9BA8AC80}"/>
              </a:ext>
            </a:extLst>
          </p:cNvPr>
          <p:cNvSpPr/>
          <p:nvPr/>
        </p:nvSpPr>
        <p:spPr>
          <a:xfrm>
            <a:off x="821796" y="377074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B2C10E86-0AF6-C333-166C-0E3A0B8B160C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56E0BA22-37E3-545B-C059-3B9831BA1E4D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BF3E51B8-F395-76C5-ED63-45198703A116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:3</a:t>
            </a:r>
            <a:endParaRPr lang="zh-CN" altLang="en-US" sz="1100" b="1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B5AA103-9B0A-DEF3-4920-93A2CF9F4EEA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07EDF91-2EB4-7AF2-F9CF-830607B9D9A5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3108799-55D4-DC86-0E28-95D7FEA90424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A750C3E-A7B6-3D96-2ACA-4E8999973D3D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891985F6-163C-7887-636B-6FDDA5EE2DB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B0A2F95-701F-9E3B-C918-73450487C82C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A70F856-D014-B1FE-1B1B-56B2C05B6D94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61EB68F8-7B9C-31AF-91DB-1ED9B28FCF8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CCB8B47-5A30-52F3-A7C0-D3D2C4B63672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7D63B6F-95C0-EAAB-D2FA-DB4EF8D24C87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E1F3E1C3-A1D0-7A5D-1C57-C54C1217F4A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712267E9-DA8D-B634-81CD-DA462AFCE3D5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F167700-0CD1-E781-A369-52A7A35BDB05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DBF4D9BF-3017-7808-ADA6-6C051F66482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C85E694-8BA4-2410-E615-A003124911D8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23460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BE54-A6D8-8889-D502-2D04A7BD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FAC9CA50-4EFD-7661-3F04-914961448695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412C05-9F4B-B462-D659-45A3217E4AD2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644A934C-48D7-521E-7B44-6D7CECD103C5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7EF4E54-D660-611D-1180-BAD27BCCACA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02C56F7-87B5-C925-1846-1E3CB5283CD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FFA32FC-D243-0B37-49A9-55AC64671817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91B24C1-5FCC-F031-1246-816A5190E142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0D20C57-10BB-1CF7-1070-82D79CF3E73E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00781B2D-EBC6-FB61-340F-CDEB6911B25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D945ECF-5692-9A26-779D-B09CB79A9FAE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6429331-848A-EDC9-44C5-FD97F2495196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E472BAC-5C5C-DD60-396B-40161AFCCA40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243ED52C-EC4E-3193-0721-471B6184253B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4ED6FCF-C9DA-ABC6-D745-29D3A276C1DB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A3EEB24-0C36-8946-97D7-4658E2D1C22D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F8AB9FB-4D03-EAC6-15DA-4B3C278EA8B0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78E2390E-7D62-1F0B-C585-92D6E1295998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C9DA662-0946-410B-5507-5BA2752B0F3F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4867E1-78A7-8B23-E749-AE7E75807B30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7063ED9-B9FE-9088-00A0-5E88DC12EA1D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9D4964F-F2FD-2822-CF91-91DFE8BACEC1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C6A3627-A086-7D6D-AAEF-1F243C9E0266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DC7CE6A9-D75B-B930-A686-33C82FAD561D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DCAABAB-0311-F858-B761-72A9F205E8AD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DCAABAB-0311-F858-B761-72A9F205E8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7E1F3209-FA63-81FE-3965-04C971CE9D85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64E001B-F283-7D94-16C8-33DBA93656E2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5EDDAF27-D157-5BE4-D971-471A8F8A30F4}"/>
              </a:ext>
            </a:extLst>
          </p:cNvPr>
          <p:cNvSpPr/>
          <p:nvPr/>
        </p:nvSpPr>
        <p:spPr>
          <a:xfrm>
            <a:off x="821796" y="4029855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3E783F6-D7BC-9408-421E-FFBE2F311725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816F053-38CB-DF59-75B9-A0287366A5D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B2F45F4-3CEE-E30E-397A-6169882FFCF5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7027BE4-E201-7C44-593C-2248CEF03B95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C937CE32-925C-D869-8C68-6DDDBAC66287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EA5BA0ED-07DD-4E9D-54D5-312D2973D918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640006D-B556-828B-B16F-98CFE4683D8B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8B973F0-D2B6-78C7-93C9-C9411C457754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B04C35A-3591-5E05-8CCA-37604F8797B8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8B6EE40-BE27-0368-FCB0-A712F041FB0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F5BF53A-D56F-0E73-5A7E-221760927B2D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43BA1F8-B63B-9D2A-E12E-18794DE86FDC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F2C0592-3128-3766-36D9-A3C21C236A6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1F3A0706-C20C-5797-BA78-266684E45D1A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44B2BFE-7A2E-F6A5-CD9E-4D51E93DA18F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A1202B1-F011-EC09-8632-74360211243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6B90530C-E087-A4D9-02B6-022AA2ECEC71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9E2A5BD-8951-4983-35EB-1BAE04322F8C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880F0CF-AB4F-7750-673D-4C18A6EEF2E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E2C0AB1-BC3F-37D2-C34B-BE9AD57F3095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60117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B23FD-B9A1-3142-FD45-17F4382E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AB8E682-AA6B-D597-97BC-7ED31E73A704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435CF5-915F-C0B4-CDDF-3A42940EF4A8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C93512FC-5956-A5E4-3100-4D2B6AC41103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FEAF527-D78F-0C04-9644-1B67370256F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CD1073F-6F1C-456D-E14F-EF2265572CFA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2A96E96-75D2-DD89-4A7D-BC69A0D8DF3B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5AA2F142-3496-B872-E44A-5E4AA2D28E63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AB4FC2-1F1A-E5CE-9E3F-481AE6CA6598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1785CFD6-4C51-335B-31D3-5014FE54881D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DC897E-9313-86D3-F4C1-163D381965AD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F101F00-1944-B9B2-777E-09D6515F5C55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77E1CF8-05EC-5A00-12AA-D6D73E27A6CA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DFD45E3D-BDBD-1A8A-169D-8E44757728AC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0649B3B-63C2-94B6-2E1A-CBE7CF4AABF7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687A846-A33C-7A29-BAD8-0E850749AAC2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27BD2D9-B0AE-5AA5-5AE3-417E44DBA175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A71D482-003E-DC12-290E-E36A5A34062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5E5608C-0EF2-FC5B-76F5-335D4E1D25C3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DDF802B-E6F2-5D08-5242-947BAEB01D21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9CA62137-53C3-4EA3-1767-25CC3CF9906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9E770F5-16EC-A223-72A4-0460643E5B4D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339A400-6565-631C-2CBB-5910C218E486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6815DA1D-052C-C241-1E2C-1A03BBC40BCD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87ECA65-D8CB-AFD8-8A9E-55430B7D63FA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87ECA65-D8CB-AFD8-8A9E-55430B7D6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91D6AF3-E4D4-9A10-DC7F-057B3994C4A9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84CBE1E-D347-634C-648E-FD8FD2A9AEEF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84EB2129-8DFC-FADD-A6DB-9DB43BA32878}"/>
              </a:ext>
            </a:extLst>
          </p:cNvPr>
          <p:cNvSpPr/>
          <p:nvPr/>
        </p:nvSpPr>
        <p:spPr>
          <a:xfrm>
            <a:off x="821796" y="4293609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C299B16-F867-0D67-DD25-D5D71E165127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042AB3A-8BBE-22FC-4E60-BE4CF14A8FA7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5F2A369-6A89-08D0-CF0A-CF465B891C5B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52864BC-385D-4CDE-D81A-BDC22B443D1B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8951DE99-42F7-3092-FC4B-801715BBABCF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6AF1A16-C658-AFB6-0B65-0305B4020BBE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897A290-45DD-D1C0-0B3F-9159D456B5B5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A430C82-486D-2A3C-55FE-4331A9BAA42E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56C7477-E8ED-6DB0-3511-724179B19334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26A348D-3A16-92B0-1534-89AEBF32467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FEE98000-A54D-A9E9-E995-CDE6328D3576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1508D18-C02D-C67A-FAD4-A5A92E474177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06373E9-ED88-E4E6-EB6E-8B043BEBE9E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F209A26-5C41-6FFD-6863-592A81470110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12E6B95-9CE1-4B95-8D25-260DA549AD90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ABAEF84A-F7CE-568B-176C-4332B085982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ECD09E2-4B2C-FB11-04C2-6D30FB39B8DD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D36EBE4-124C-CB80-085F-2D1DF3CCC71C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91146EF-391C-6769-8531-6B7EB406B96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D549640-ADFD-0354-8A51-A710E7168D37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64096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4F032-4BAD-9C46-D1CE-5C5D55863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9DFB52A-6A6A-221A-5140-CDC11A498FCB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7FAED6-FD13-CBD8-321C-D03D7EAB6141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EB2801B8-3B38-10DA-41F4-FE8CFA93DDD2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FFD7E80-EC83-3613-78D1-BFE4D8CB00B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9F380601-9963-20BF-434C-D8DF4859BC0B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E94DB73-8286-761B-4FBB-5B56D561B587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AEC7BEB2-17DA-E977-4194-318C96CBC80D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22E580-6466-F087-5A80-C2C9FD553CF7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6663420C-3CF8-589C-FB05-93E3FF0D62D2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62A0A9-AEA1-BE04-ED0C-7F3BFB21821B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A276162-94D4-1F44-223B-FA20DE8673B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83FA195-FA74-F298-F46B-F728AECCA31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7860DFA0-B67E-6538-F2EA-A15EBA45A79E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7504920" y="2564551"/>
            <a:ext cx="867086" cy="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EF7E42E-DD15-8FC0-1072-208DBF34EFC3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B0C6821-66CC-8AC6-04F9-33511A68DDDD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E2517F2-93F5-D86C-974D-02CC327832AB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C4B15D81-F8AA-7D9A-9819-CA51771ED8C9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7339D5F-680B-07B1-56FC-15BD45C86397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6222D0A-C1AA-6AD2-DEC7-4B1D022AAA34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810444D6-8B71-964D-52C8-1D227B97CED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0853657-6A10-069B-BEC4-6E49E8A88094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62872A9-A165-E576-4E62-699F811FBAB0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76A24F8-BEDE-BE5C-3C25-A5AF15D6542B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BDAC692-AA1E-68F9-CEA6-47BE1D557FAD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BDAC692-AA1E-68F9-CEA6-47BE1D557F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3A6F2E3-2917-0BA0-1495-E68F5EF3840B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A89709D8-CD19-CB79-8109-86A00F5C835B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B98B827-0808-6A15-4ABE-748A2B2F2FB0}"/>
              </a:ext>
            </a:extLst>
          </p:cNvPr>
          <p:cNvSpPr/>
          <p:nvPr/>
        </p:nvSpPr>
        <p:spPr>
          <a:xfrm>
            <a:off x="821796" y="3765480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F1A9002-1CF9-D160-3D18-3C6DD2993CD5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C699A9B-160D-799B-937E-756BA0A53745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BBA705BB-FD9D-93A1-7F48-DE5F87DCEB8C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FD9B13B4-0AD5-84C4-1113-0D0A614E9F8E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BB8328BB-D097-2A2B-AD52-9D208F407598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2528B7E-6153-9F51-EEDF-B97B33396E9D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:1</a:t>
            </a:r>
            <a:endParaRPr lang="zh-CN" altLang="en-US" sz="1100" b="1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60FD91E-F540-FCC3-8FF3-201A30E0D8EC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B952309-8105-1E1F-55AA-8BA6EB5511D2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E889A1C-F422-3072-119A-F3ACA5674DC8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AD9BC1C-DA9F-C1BC-5888-43521A304EC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91A68B72-F213-42BF-31FF-08955C0F14E9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B35A7A7-A2EE-5DDE-C68F-B2C024455E86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B7B8A9E-18E3-D74D-2CAE-17E6D3B9517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ADDBAE5-BECC-D28B-0BB0-EA9CB7618CB9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99B678A-E74C-F92E-7B38-F252E33B3709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04FC2D3A-116F-29F4-4B2A-93B3B2C5CA3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25AC583-8766-FA41-838B-40928ED0B5B7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5E9C81F1-4C67-E0E7-6D96-4739AB1AC272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AEFCA57-9587-CEAD-2317-62F69AA7941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F93069-008C-E4A0-D573-06A42F0BB851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57095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FD08-B09A-09A8-0526-90A8326D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4A28840-C6E6-E4DA-A192-F45D4FAE29FA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B5AEB2-07DA-C906-F9D4-18CD276C0C9F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19185476-A42A-77CA-C5C6-78A8A2BDF9C4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2785F749-4356-BBA2-193E-ADDB24F7687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988283D-3B43-EBAE-F04A-6A0BE9AC3B11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4850DF1-EFC5-0C21-0332-DE9AA5084531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B0558E2-F553-0DCD-0CBD-946CD1C919DA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A8B6C2D-E3E4-A040-8F83-E9299E7B1D7D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ED6752C6-0AB7-3164-4894-07AD8D67CA77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FF6C8B0-2472-A741-0441-57FCDAB2FDFB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F8D0CDB-0754-E773-64B1-F34EA4A30C89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6A82B33-4D11-6B0B-9B7B-6E2E11A46822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D0443AC-46CD-F1CE-109A-9FE0A3F0F2F4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F82E6D5-E10B-780F-3155-4E407F6CB39E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6E918F3-2663-0E0B-B22F-20259071545D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824BC59-EA64-537C-6F49-153150801666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B240491-9883-1AF6-EBF6-C1EB0D828DDD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B980FC9-FDE3-0E7C-0EB5-DE08AFDA9626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692FBA15-0549-92D4-9C8F-8365D63F88D6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93ADAEA-28A5-DACD-ECE7-9DEE73C1A63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A5A72C1-D1F9-26CE-9548-F26E2D178102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5D6AD8F0-C2E8-CC5E-6E87-73CBF1FF8235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486FA71-A3ED-B1C3-FD79-339BFC9ADB96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2486FA71-A3ED-B1C3-FD79-339BFC9AD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883BFD7-2186-47BE-2EC3-5A999379A508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EE389A5-395E-97CC-5C8D-4CB6BA73A0F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FD00A05C-FD20-7589-BFE1-084550EB32CA}"/>
              </a:ext>
            </a:extLst>
          </p:cNvPr>
          <p:cNvSpPr/>
          <p:nvPr/>
        </p:nvSpPr>
        <p:spPr>
          <a:xfrm>
            <a:off x="821796" y="4026539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D0636052-BC09-4195-393C-21E0E50C24D0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8F03A84-4173-F8FB-4824-FA2B1239C816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36C02D2-55D1-7A24-C274-D62CAD4F83F9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E73CFCA-F972-52DC-8240-EE03A427ED60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372221B2-E115-D003-5CC5-C5DDB4C6E438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BC0C49B-2100-19B3-A1B9-2802777AAEA2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05E51D0-6AF7-D260-5D37-DEB6CD353DCD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C6D9543-23FF-9BB7-78CB-585EDF7EAAA7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42CA328-3790-23A8-005C-C033CF6589EF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298A5181-0030-F96F-6B6D-38B5F6B2C78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755FC2F-FE94-9585-8B5E-315F246B5C31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33E9E7A-C2AC-B8B2-0FF0-9AF4939E1942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A73F372-0B59-3708-6FA0-2543CEE3657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09EFCC89-12CA-C915-67CD-7AD5952BDBE3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E438509-A887-0802-993B-A84982DB2B07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CF4CE6D-A4E0-39A0-9729-A2D8D048F16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29158BB-E85B-DE60-4E37-F321E7CB6BE8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3092133-C3B3-7E5C-7FDD-943CA1DFFC0E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6A19CBC-CB07-06CE-8744-AB9961001DE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7D8087D-54CE-DBA2-6FFF-6B17378F6E73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61438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4B246-1D04-D532-CA05-D90C4B13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6DC8437-25E3-7A6C-7138-46ADADAD6F0D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DA5582-4394-47D3-0AEE-F8A2658C2D23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FA6F9F53-6006-F10B-9B52-A6AA30C0EBCA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A602255-3E51-E850-591D-30B73444995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D1D6D22-034B-AC46-9855-2753ABE4C150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780C731-403C-E1F8-3920-3BCE9C2EB7F2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97A9EF8-4E32-2B33-1F41-25BA86BB5004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820483B-5E4A-54A0-8DF3-4A7A77F3E252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907AAF8E-AAA5-C3D0-99A5-3D13AAC4045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19F164-7A5E-7A9B-9149-345DCAF14A21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B7474C2-CA47-2F7A-916A-276AE98F2B9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A34F98A-44EF-D344-D92F-DA5BFABEBBE9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12C28DB-BC9A-05E9-C84B-49573F90A809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A36D400-9D1D-0B4F-B909-93D924969C7D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DCE8A4D-E7F4-A50D-417D-305A6C285508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BDE1304F-D3BC-5CC4-5B44-3B7D55212B9C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403789B-BA5E-78EF-24A2-F3268FD7793A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9230807-B54B-4905-515F-1FD89962BAFD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72385DA-4298-21FC-81A2-17160236163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DE9B29E3-6582-8A00-0691-776E55753A2E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7C3DFA1-21D9-2113-861D-7B9AC6EBC1B2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386852CE-75B4-6496-70DA-F5F8BF3437C7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A9D6FFC-73ED-10F7-492E-3C467808D4EF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A9D6FFC-73ED-10F7-492E-3C467808D4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7D4A421C-F891-B562-B17E-060BE32694DE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8E45246-4015-7242-C1F6-4FD8677AC0BA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8472C179-13A7-2CE3-EABF-646F4BFEE9F7}"/>
              </a:ext>
            </a:extLst>
          </p:cNvPr>
          <p:cNvSpPr/>
          <p:nvPr/>
        </p:nvSpPr>
        <p:spPr>
          <a:xfrm>
            <a:off x="821796" y="457727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4D9786C-3B20-8650-E8D8-49729D338B8A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EA9A205-870E-E2BE-5055-1C275BE315B1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B34D571-E846-F40A-C156-F9327701F63D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BDE4141-DFB2-F940-DC6B-E03808652267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7ADF014D-B0AA-440C-385D-9458C073E4CA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EC5B860-8F1F-2577-ACB2-6C97E722C7B8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3C5AFEB-5775-75E0-63C0-E39384EE9E34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8DEEA4-681A-8B9C-7671-038843C1474A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D1B8A9DF-9B34-1AB2-8397-47C3A2D8AF9C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919653B0-7E75-4182-2684-275525B64C0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B6F7397-5E3B-6FE0-C34F-D27492C3826E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FBB9E2C-0A2E-E34D-14C9-56D26101F30A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C942E0C-46FF-DE2F-CE3C-21EFD3CAD70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97DD4D7-ABBE-3AE7-436F-271B1C9E9C7E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D0959A9-1622-673E-3619-47E10C11FF05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C1739AE-72B2-BB2A-61EB-F50E1219F16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1C3EF20-A97F-D315-9CBD-1800EA25BCF4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5C1DCD9-DC9F-BAC9-1FC1-36ED4955A52F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AC41217-78FF-700B-4F03-5665D20A2EB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A60B8C6-DA37-054B-B1E7-5BE390A3E51A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FDE4160-DA16-6AE2-714C-9C05A059C549}"/>
              </a:ext>
            </a:extLst>
          </p:cNvPr>
          <p:cNvGrpSpPr/>
          <p:nvPr/>
        </p:nvGrpSpPr>
        <p:grpSpPr>
          <a:xfrm>
            <a:off x="10470178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B2B4205-1FF7-41C6-3EF3-C1A7DE2A9D1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1AFEE85-C308-B4E3-B9CA-F0DBCE7EEA0D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93481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3B9C2-6F9C-6179-A043-DE223EF1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9658895-155C-9940-552C-FD16C35199FA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8556F7-E3EE-72E2-1AB7-8B6AB0D7131C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F7BEC903-9450-05FB-0C10-B21AB99125D9}"/>
              </a:ext>
            </a:extLst>
          </p:cNvPr>
          <p:cNvGrpSpPr/>
          <p:nvPr/>
        </p:nvGrpSpPr>
        <p:grpSpPr>
          <a:xfrm>
            <a:off x="8372006" y="2310815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63ABF49-DE46-997E-63FE-09BA668926D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2257A98-CD81-9F28-E72B-A2B31C9EB8F3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1DE8EC-2959-FF97-D914-EC19152B913E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46F47A1-9FA8-7807-BE90-4247006513AA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BADE365-2521-2F2A-57CB-1C08571E6C3C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3FDB9E66-D5FC-4AB3-6348-5E10DA3FCC96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5245CD9-7C62-5E6C-6131-9B02F15252E5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7BF3373-7707-1168-8DD5-7435EE996943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C1F4966-E6CF-69F7-9C96-05D4A0994ED0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E47475D-7950-3866-F111-45D16DB7937B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C744D44-808F-9579-0698-E1CD83522753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CA4AEAD7-E75B-FB9F-4FE9-FA10648AF462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2B03429-F891-7151-BACC-D22F337E9885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3584658-4CCA-C3B6-D859-E16D91D70EE4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0713D675-DF16-CC1A-4708-C5BC596D2341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10F08D63-3E99-5E48-79DC-35542C0A9870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4E5FF14-FE51-0990-B907-DF576ADDBA7E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604668B-1C8D-C966-2162-49043CAABFE4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8320E26-6B86-C1B7-31B6-DC487823CE7B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378CDE-AF91-C5DD-D02F-134EA750698E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BE378CDE-AF91-C5DD-D02F-134EA75069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8209CEB3-4E06-D18E-9864-02B91E293CE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66BC6FD-A972-75EB-6966-DC7931EC935B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F528C865-86F5-0BA8-14F1-AF01112C4B95}"/>
              </a:ext>
            </a:extLst>
          </p:cNvPr>
          <p:cNvSpPr/>
          <p:nvPr/>
        </p:nvSpPr>
        <p:spPr>
          <a:xfrm>
            <a:off x="821796" y="457727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DF46E63-9657-97C7-E344-6399AC1DE293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D786673-466A-C139-4A5F-C4F731E0B45F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2B91E32-27F2-D64B-C512-565E98C9DB6C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EBB29C6-61A3-614D-45AE-F04D2B008591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6F523088-B6F9-DBE0-56C8-EAFF6524A26F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50C092D-2DE8-2380-E2E8-C33F917A9A93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95188BC-09DC-115A-B188-F3FADF60B686}"/>
              </a:ext>
            </a:extLst>
          </p:cNvPr>
          <p:cNvSpPr txBox="1"/>
          <p:nvPr/>
        </p:nvSpPr>
        <p:spPr>
          <a:xfrm>
            <a:off x="7927910" y="213315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出度</a:t>
            </a:r>
            <a:r>
              <a:rPr lang="en-US" altLang="zh-CN" sz="1100" b="1" dirty="0"/>
              <a:t>:0</a:t>
            </a:r>
            <a:endParaRPr lang="zh-CN" altLang="en-US" sz="1100" b="1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2D0B9A2-E888-32C0-1F4F-AF85AF7DD136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EB32699-4906-416D-721F-EC83428DC0B1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A6D1A1F-AD11-CE0F-359C-E82D2198A65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A972BB1-8126-DEF7-4457-FFBB2E4664D1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3FE073C-2E8F-3AF1-36F4-726C8FB4135A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455E98B-2BE5-B6F7-0766-F9246F8DA96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853D309-4349-FF9E-38CE-5BBC10C6F1D0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0EBC6A2-D669-BB35-D897-EBD832FAEA04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A50EB5B-3A10-540D-F1CE-A92584168E7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13EC057-3F7F-AD0E-6658-AE10DE29899D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71E9FC0-1B72-F53D-A8D3-EEEF6F84D1F1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60888C9-0014-2D6F-D91C-7C640C14D67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0EBE0BB-208F-6158-3EB3-DC9AF6250706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F2EAA4A-5C87-ACA6-CF8E-22955BE1484E}"/>
              </a:ext>
            </a:extLst>
          </p:cNvPr>
          <p:cNvGrpSpPr/>
          <p:nvPr/>
        </p:nvGrpSpPr>
        <p:grpSpPr>
          <a:xfrm>
            <a:off x="7472731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5B57FA5-8252-8C99-84E0-50C1DD1CC45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D1F96FD-7A69-4E2F-FAA3-973DE6B9539E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5165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EDE7-8ABD-4D09-6157-DA7EEA3EF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40C7C5-F8DD-2BE3-BAC3-6AB7D4F32929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75C8A9-760F-25AA-415F-1BA8971CD4DC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F8C5DB3-84EA-2D26-C81F-69478FF6C8E3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937CE20-CCC1-A1A6-EA21-3D2D9C22964F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53DE831-1C77-4735-11F5-48AFCEA2571E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05363267-7F58-BC92-A42E-28585EFA747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57E4AE-D46F-F19D-644E-8D491052D2B8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A52DBE0-C693-B320-5CCA-290AFA9EACC5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0C89A7F-5FE0-75B7-B73A-3E6625C44256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E3C1607-B666-5837-650A-4249D61A58A4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5C267BE-74AA-A6BF-16E9-828633177C1D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C46DA40-5FB2-0291-02AE-E0124D50545B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EB18857B-228D-42B3-3F62-3A4FBA22176C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C6DA20B-9BB4-3B32-20EB-FA31FBE9EE10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3B5FB7C-9144-30CA-5546-DFEBB5C7B9ED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AD57FA3-A082-FD32-E406-8BD275C830F8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2F38B0E-36C1-45CF-101B-567EA77B2AA1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A9A622BB-D3B3-BBFD-18F9-D7609759AC4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04C5A564-D157-F92B-FBE7-B4A3B97ED84B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971F782-F51C-5A4F-503C-B7D4E7389283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971F782-F51C-5A4F-503C-B7D4E73892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0DAA320-6D60-00FA-C974-06FC4AF8DE7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445E1A5-C20F-AC36-3A0C-DB13A0B02D27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E326261-B6A3-83BB-58D7-CA489BFFBB0C}"/>
              </a:ext>
            </a:extLst>
          </p:cNvPr>
          <p:cNvSpPr/>
          <p:nvPr/>
        </p:nvSpPr>
        <p:spPr>
          <a:xfrm>
            <a:off x="821796" y="295816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F68A860-6CBB-E28E-5EA5-E22BA0112AD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292E8D2-18BA-1584-E58F-0CEA9D6936C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4186C89-1FA2-7C3B-8F14-02264BD4B81B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37FB851-6047-932B-36AE-7A8D52B1FCD4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6530536A-DB7A-D306-758C-96CC3B38E2B7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C4DD9AF-CBC2-AA60-493A-3FF69CC99F8E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06742AB-1515-8F83-AE56-E019586EB936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0B482E0-CF73-B105-FE6C-578CBDC2D919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A98A4D17-4B3A-D4F1-7B7D-00668FEA724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5CD22537-B469-2A8E-8B15-E3EDF95B3234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75CF85A-E740-220B-E618-6BE8151D2641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705FCBB-D1FB-A50D-5C9B-47CD2FD1CF2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8435D96-D8A6-616F-C5BB-92BC47CD3130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F0E7181-8454-B6FA-F6BE-5F97DCA344F8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A68284C-CA44-C109-7CB8-07B4C21B7E1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9B4D442-14F0-0F3C-4397-5A764F1EF562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D6C16B7-D072-AD85-538E-0EB6353E6CDD}"/>
              </a:ext>
            </a:extLst>
          </p:cNvPr>
          <p:cNvGrpSpPr/>
          <p:nvPr/>
        </p:nvGrpSpPr>
        <p:grpSpPr>
          <a:xfrm>
            <a:off x="7063256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E6A10CE-8BA5-A842-5E33-79D2D515321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92982C9-43B0-8D97-A056-3E40D5198A61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AFD7A2D-0A6B-2036-08E0-2587B363613D}"/>
              </a:ext>
            </a:extLst>
          </p:cNvPr>
          <p:cNvGrpSpPr/>
          <p:nvPr/>
        </p:nvGrpSpPr>
        <p:grpSpPr>
          <a:xfrm>
            <a:off x="7472731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50FB6C41-B681-D966-7821-600AB696CC3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B7D2143-39ED-675C-B199-28777FB687EF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1519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83514-F1B0-FF02-8A9B-8DCF8B87C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0B8DA70-25C0-A46F-D9C7-B7BBEF0673F7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240995-01B7-3EC6-F4CC-A85254F0FD79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F587461-6F71-5E51-9D6A-6C864FBF86E9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5EB50F5-30AC-0DFC-E212-B11EC877D718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231B99B-CB4C-D089-90E8-B79A9D8CDFA7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21164A0A-5BF0-5F35-7281-48434B55AF7A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B6B982-A0F1-2B86-3E1F-F447974BD584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82582F0-AFF6-EEAC-229C-B3C26B0162E8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C6A261F-378D-2451-7C79-B3B5E9879BAC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AD206C9-933F-597F-2307-D583E01F0E39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410F6FC-FF2F-6863-2643-6A53D58B91C7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C645AC3-3CC4-03F0-3698-68FDD5A53634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46BB024-64DF-12B9-CCC6-D79B414CFE46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5CA82C7-CAFE-37CE-A207-4275C7AC6DF2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9A3D27B-B0C5-E2E0-1347-5E350E41C828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A845F84-693B-D06F-9161-F4627852C861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1AA9200D-B4EC-260C-0261-B3DDDB147801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7E4E4C5-1069-48C9-AEF7-7E6354D5D81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073BC31-7E3F-75CA-BB9B-D406CB104267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5B3087B-8F09-B88C-7A84-BECEC06257B0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5B3087B-8F09-B88C-7A84-BECEC0625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E84486B-35AE-9AA8-27F2-C50FCE6BDB4E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8CD532FC-C764-11AF-DB03-C7BD126B21A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9214FC12-3C84-19B8-9A4A-529DB9EE7FE1}"/>
              </a:ext>
            </a:extLst>
          </p:cNvPr>
          <p:cNvSpPr/>
          <p:nvPr/>
        </p:nvSpPr>
        <p:spPr>
          <a:xfrm>
            <a:off x="821796" y="3235190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3F6F901-86DA-737E-92EB-50BC797E124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072788D4-531F-3A58-2F22-CBAE2845E49B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D943D14-F7CE-80D4-F05D-7806060EDFB6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1A19348-831A-E8E2-82CF-A51DB187F3B2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789CE8E0-19D2-9E88-2CF8-F0ED621EE51C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1432065-AF4D-0F58-4375-1553E07114BD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2B25B1D-D1C3-3BB2-272D-0BD1A0D81814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1478DA8-3B91-D9D2-3A2F-7316B6F916CF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FC4854F8-47EF-CAA5-8135-145F2BC5ADD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D4C7FBB6-EF62-3126-26B9-3A8CD4B214B2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0720C11-7466-C6BB-F7FB-4F131E61F262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07C8878-3499-C0EB-B609-9BC34ABE81D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8B75F9F-D0E7-05CC-2342-9B72ED95CA7B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3B330B88-A2A4-87C9-4C49-54BA246C2472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FE2A1C6-904F-BABE-F04C-A1EED96700F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FF4B68F-2676-CD7F-2C59-399605F6C37D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DF2B3E4-C13F-CE6A-6916-2D17C648CF6F}"/>
              </a:ext>
            </a:extLst>
          </p:cNvPr>
          <p:cNvGrpSpPr/>
          <p:nvPr/>
        </p:nvGrpSpPr>
        <p:grpSpPr>
          <a:xfrm>
            <a:off x="6484684" y="4966701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DFE01AD-BBD1-1DF1-FB6A-82F8598FF6C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175FA4A1-E388-C03E-23E8-E5EA88107E4C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7D7754C-EEEA-62A3-8796-FC5ED369B55F}"/>
              </a:ext>
            </a:extLst>
          </p:cNvPr>
          <p:cNvGrpSpPr/>
          <p:nvPr/>
        </p:nvGrpSpPr>
        <p:grpSpPr>
          <a:xfrm>
            <a:off x="7472731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21FA69E-A431-DF27-9448-2343996A32B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6D23B2A-4E33-6923-9CC6-B41F0863440C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62415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D842-AFC2-FF96-133E-6F25409A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5763E95-7320-297C-23F7-F80F616B23AE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2E9192-DD6F-16B2-76CC-ED1834B67794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1BB6BBA-4438-1446-126E-217EB4A5925E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819B421-D3C2-6A53-8E5E-07E25C986210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3378E4C-DA47-1ED0-092F-348C9D29F80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67CB98C5-7F09-8FB5-223F-C3D50AEDA35F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28208BC-F95D-09F3-93A7-BF1E5C7AB9B6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B5A9904-21DC-B177-1740-A47D13175215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2CF1F34-881C-3BBA-ECC3-D854A389EC91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041267E-7A53-DB1E-F663-EA482F2FE964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73BE8B5-969F-1E92-FAB9-6D6D8657D689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D8993FF-97B3-3AEF-C388-039418EDC437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E666DE0-960C-29DD-FD0C-FF0BEADDDD68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F9C2E8A-0D9C-6F8C-F1C0-0AFBE05A77B9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C46AE5AD-79C3-8692-058B-62386456FB12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1E4E6BE-9662-CD39-107F-4D43322B978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E43C553-80DB-833F-A945-7B2F781EC5CF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5FD00EDD-1407-31EB-5239-318F8E08A0E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C59125B-33EC-BF3A-0B3B-30AE1C9116F5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31EC278-6F5C-648D-CFA2-021A7ACA2976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31EC278-6F5C-648D-CFA2-021A7ACA29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AB2798D8-F3B9-FB20-B095-7DC8AF5DBE5E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641F987-E610-F9D8-70A4-0F14077E88BF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5E35108-B09E-A430-017A-219439BB95B1}"/>
              </a:ext>
            </a:extLst>
          </p:cNvPr>
          <p:cNvSpPr/>
          <p:nvPr/>
        </p:nvSpPr>
        <p:spPr>
          <a:xfrm>
            <a:off x="821796" y="3519937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23DC4DD-085F-CCDD-6D5B-D9BBB2300F54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CF4F38E0-603D-DA2C-DC4B-386DC766ED9D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E3096DC-6FA7-3AEA-C4EC-64B32AC0032A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3FB5A80-2C0E-E67F-1ABF-3B91FFA64FB5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9E97BB32-A1AB-50DE-7E08-3EE9FA6BC221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5A34121-3F22-522B-7E65-2E610EAE42FC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6031357-B188-3CD3-F87E-52A6FAFCD881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80411CF-9B7D-AFDE-3210-C9D3B7790227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FAC2D31-84DF-825A-23CF-20AD847526B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5ADBC31-A83E-1A8F-29CA-44C9F6D4804A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D43C763-AF13-AA21-D9A8-D88425AC0AB3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559BD433-5891-5CB1-771A-0068A9A217A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9100CDA-C9E1-ABC6-42B9-DBE2D3C4CAE3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1878F07-8FA7-A43E-52D8-F7CE47321704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988790F-D5AE-7C51-B99C-437FBD6CC97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5746FBA-18EE-A36E-8945-AE79B326F262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B19151FD-0900-F8D4-296F-112FBB2E5BAA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F410B3E-8A50-783B-329C-EE393A51352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35E5F30-15AA-472C-B5C5-A8BE61F62E74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8516CCF-EE20-7D82-9AAF-3A407DA4961A}"/>
              </a:ext>
            </a:extLst>
          </p:cNvPr>
          <p:cNvGrpSpPr/>
          <p:nvPr/>
        </p:nvGrpSpPr>
        <p:grpSpPr>
          <a:xfrm>
            <a:off x="7079195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2A5C2FBA-9685-31EC-D26B-17B3D096EE5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D88D1C9-4FE7-E12C-EC70-184807CCBA87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1457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580F-CA73-F31F-93D7-3BB8D364A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4B444F28-FF2D-23D9-FD2A-0A55C697E89C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4DE0DD-1785-DB73-F62E-0EF0B20CBFA9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F245856-7672-58E4-F177-21066C4B9F3D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A24567C-EBB0-ACB6-3309-8DD75EBE9B6A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7B764F1-B0DB-3F1A-2CB5-146CA77AF54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33D653D-EFA9-4193-0CCD-7EE495693E66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C20F88-B550-F01F-E7ED-3C5E969EC885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BA87570-2AC4-1A79-AA22-941F676E8D8F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B453820-7879-05CA-8059-8545DA72FE12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8653551" y="1486695"/>
            <a:ext cx="1179209" cy="86054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528F84A-2612-3FF2-6F3D-85FC8D49814D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232A291-E97D-EFA0-D74F-18A78DA75794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B99B749-011A-889C-7C0B-A9D59C547EE6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39294BE-63FD-676B-AB63-CEC4A50D782A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277F376F-B517-EBB0-DE2B-3857E6B5BCB7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8CE919F-7D4B-D4FF-A4F4-2DA2EC8E2C15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3904845-47B0-33AF-D938-1E07DC3DDCD2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76199251-E7EB-A2DD-B263-1D40FC4EE941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B32ACC46-05AF-EFD1-1C46-F09C71E85051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CE8B354-7C09-DAFE-A5BD-AAF623C20FA0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7A3D24B-B55C-D0A3-AE8B-6CD72E7F25E1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7A3D24B-B55C-D0A3-AE8B-6CD72E7F2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44DC52E0-5119-DB22-3D15-1F8BF07B9E01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407BB90-BCFA-DDE2-681A-AF716BF56C45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6A481D01-A9A8-A470-CB3D-7E54B83B158A}"/>
              </a:ext>
            </a:extLst>
          </p:cNvPr>
          <p:cNvSpPr/>
          <p:nvPr/>
        </p:nvSpPr>
        <p:spPr>
          <a:xfrm>
            <a:off x="821796" y="3755671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D55799C-D643-A732-4850-A5774D7EF53F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92D8573-BABD-E576-952C-4C9DFF4A88AC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28EFFAB-4881-2DC1-BEE7-EB2856C1FD58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8AF46E8-D16C-72FD-6CA2-D9439E6D7FCC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AAE9D76A-12B2-08D3-8098-B47354FC39BF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:2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C5D3E7A-28AD-79D3-3DE6-830B8FF0D16A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0A5E890-1513-6EEF-51F7-A7DADF7426DD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0D3C5BC-C703-C6D7-936B-019923AE3ECD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EF01A2D3-CFDB-62FF-4AA2-CFD36F8A838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F4BBD9B-3E89-3CF4-694F-10CA58C118CF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AC65D6D-C4C5-46F5-1DC6-4EB315A369C7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DF67BE63-3BFE-C837-CE4B-0FF9820024B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A78651F-D71A-2C9C-DCCB-DC92970CC612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5984BCF-2243-0636-834E-78D1672AB645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CD13A9D4-94DF-A0CF-68B9-D000380FC5D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2C021A1B-E9B8-A75B-EA07-03BBF486AE2B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D56DC0A-5F39-7D1F-CE27-95010A41B145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5F8D2CE-B663-A408-D6A1-E484035AD18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8B7CEB7-A839-E074-3380-04E827BF3BCC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34049BB-EADE-8210-C532-E0DC1152F55D}"/>
              </a:ext>
            </a:extLst>
          </p:cNvPr>
          <p:cNvGrpSpPr/>
          <p:nvPr/>
        </p:nvGrpSpPr>
        <p:grpSpPr>
          <a:xfrm>
            <a:off x="7079195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2984F97F-9BE2-ED72-D0A0-6FFDE78BF9A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DCB0BDF5-47B7-BE1C-DB8C-5F322A4EE6F8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6234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80BC9-AC12-C45D-BE47-2DD9D0628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8750F0B-EA40-4258-7117-15F9C4B386F7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C8E707-F64B-595A-C76C-BC3EDE875D61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CC5CF42-3E4D-4229-7B2D-48570EBA26A1}"/>
              </a:ext>
            </a:extLst>
          </p:cNvPr>
          <p:cNvGrpSpPr/>
          <p:nvPr/>
        </p:nvGrpSpPr>
        <p:grpSpPr>
          <a:xfrm>
            <a:off x="9597414" y="2347237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91B1480-F07F-F2EE-2C69-3A731BDBCEAF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0CA8A52-ADFA-BCB4-FA97-FA77CFD02E18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F5410556-2EFD-DDC4-69CE-CB649A104CA5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A7359C7-8D5E-BC9F-EC0A-57C8DCB1A0C9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3EB423E-6EB2-080D-A8FB-3A5D0BBEFB1E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1491B3F-8B38-DEC8-2005-F12274BC8D68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2BDDE57E-BF20-5E73-593E-CEADE57D648E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0559D142-0A47-8DA1-38DE-D381F5F58BAF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C5EA072-12FE-4460-1B7C-11798B2D3CF9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791A34A-0F53-D06A-714A-3E154D8A11C8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1DB721AB-4032-DD9B-3EA7-FC45C7508A21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76A482F7-566A-8433-CB27-9FDBB6FF1854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FAD4CFA8-CAB0-67D2-652B-6173A526CF6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9257A0E-FE1C-32E6-26AA-54F609F33941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DF5D02F-E962-B160-804C-D771FAFC2885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97B689A-3820-D6B7-6C99-F8D218EFE5E6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97B689A-3820-D6B7-6C99-F8D218EFE5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FD9679CC-192B-A6BE-3D85-A274716BA603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FAF9DCC-4D6B-E00C-9A4F-0E67D22F7532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AF804288-7FFA-9395-CD88-D735BA0E9476}"/>
              </a:ext>
            </a:extLst>
          </p:cNvPr>
          <p:cNvSpPr/>
          <p:nvPr/>
        </p:nvSpPr>
        <p:spPr>
          <a:xfrm>
            <a:off x="821796" y="4029855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CB0126B-304B-6534-856E-5F99E0894EE0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C0374F0-4C91-BC00-B2A1-AF46EAEE5E95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DF47AE9-00AF-D2E9-1FC6-663D1EAAF02A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7F3F032-3538-27D6-E1A3-A48210938F1F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EFDC8D22-E8D3-0639-127A-CBC6C22FAE05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:1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90A89C1-D25C-CFE8-DE4D-87C856E5EEA2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A08A002-21D5-F34E-A360-094389268357}"/>
              </a:ext>
            </a:extLst>
          </p:cNvPr>
          <p:cNvSpPr txBox="1"/>
          <p:nvPr/>
        </p:nvSpPr>
        <p:spPr>
          <a:xfrm>
            <a:off x="9100953" y="2140564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66DF00C-CB1F-B991-CBD0-6C13E076B789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4FE30FA-34EA-25AE-7085-320230264B3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BA1CED8-B069-63C7-FB55-110A6EE290D0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C665BFF-8564-9921-79BD-418CA9D27D12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6A900831-DB2E-85AE-C493-844A241C884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B90E8B6-6EEA-1FA7-307D-EC19DD9AC79D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78AF69D-BA18-2EAD-932E-03E3F99C52CE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6DC85403-5C4A-4677-B378-1561AA0C5D8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C646416-2BAE-D998-BD7C-1267B526A2C9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E2D352F-906D-E14B-B932-4E52B07820F3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215A3A3C-7C2A-34A7-C598-86E5CA6FF29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7C5FD72C-76A4-A9CE-84CA-7D6B4135E3BF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69CAF17-136B-89ED-EE8C-CCE4385D199D}"/>
              </a:ext>
            </a:extLst>
          </p:cNvPr>
          <p:cNvGrpSpPr/>
          <p:nvPr/>
        </p:nvGrpSpPr>
        <p:grpSpPr>
          <a:xfrm>
            <a:off x="7079195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DE7C47E-8C52-D453-621E-3C793CF6B7F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96FAEDC-3BA5-220B-3CC1-9484C454011C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1542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DC88-7103-B556-0FDD-0B2A8D463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D435C43C-BB56-648A-63FF-375D280C2761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DC723A-25B6-2AB4-76E0-E70666387DAB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CF157E1-D19C-8B42-0534-0A6E483806C6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D8FA71-0D65-AF24-44BE-683D2AFA1606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147D688-6C80-37EE-BCA7-A761855E9B6F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8093AF6-7865-33D4-141D-ADF1A6833B3D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BDEEC964-A928-F19C-4439-E59601CF617B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66F3E29-E1B1-8A96-4042-7D4A7E92DE5E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1631EB2-44E6-D4D3-7836-89AD8B69D00C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80174E5-82C3-BD50-3EC5-8272F910B4EA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55ACA0E-2C93-5C09-D421-5AE9CE8D4606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6B082CF-6989-03B3-D45F-080C0EF882CC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5EAB7EFB-ED28-4B50-04E4-6754581FE3C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93D7558-7323-7CCB-EF82-BA31166A8D54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B252A33-B3B9-7CB9-0AA2-4BD6A33E078B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7BC8C60-C55A-E9AE-597B-F9FE20D2571D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7BC8C60-C55A-E9AE-597B-F9FE20D257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EC1DE5E-B3E0-16D6-AC0D-59B1283BE532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E55B5AB-A152-9BB5-7A86-086E6D86893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33CD499D-744E-4358-BB8E-014FC8AD3040}"/>
              </a:ext>
            </a:extLst>
          </p:cNvPr>
          <p:cNvSpPr/>
          <p:nvPr/>
        </p:nvSpPr>
        <p:spPr>
          <a:xfrm>
            <a:off x="821796" y="2975403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4146031-93FC-57C1-FC1E-65C823382F5D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8EE3871-B4D4-27CA-B0EA-F2C4414807A4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54F088D-E1C0-A34E-40F2-575DBECE07B9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0F9F03B-6FCA-7183-B0DC-C9D0B87B6D0A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D79F77E3-FEFD-441D-880A-828330659AD4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:1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E63099D-2AC7-4930-0461-D17A1B7B856D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3DADDE2-C3B6-1366-613E-9CCBFF8C4E78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5B788C89-0C39-0E44-5158-D6565DAB365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21EFC18-E833-434A-ADC4-3BAD3EE1AA38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55C4B6E-5452-A0A0-3118-BFFC265DC681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717B966B-E35C-76B2-C1B8-08921DCC97F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AA6706A-82B2-66F6-3D52-3261C2A290A9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C6454CA-81B5-7340-AA45-783C63E803DE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825EE87B-DAF1-7618-87EC-4980BA3FB36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1D17F66-DA5B-B4E8-F0EC-DE3894B48716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4411038-7273-5641-31BF-533BFED03112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6C92729-0F9A-2138-08C8-91E554E09F5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5E30E52-6B08-5AC6-0328-1AAC895BB362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80A7091-E4BE-35CC-5A76-2F26782D5455}"/>
              </a:ext>
            </a:extLst>
          </p:cNvPr>
          <p:cNvGrpSpPr/>
          <p:nvPr/>
        </p:nvGrpSpPr>
        <p:grpSpPr>
          <a:xfrm>
            <a:off x="7079195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56F8B9A-040C-2FAD-2E54-6E04041C919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5CDA617B-DA54-CD5D-5FA5-47B1684812FE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88894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E7FA-C1DC-076E-E523-394FA6095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B5492B0D-0E4B-BE73-08C4-E592F11A99B9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80ACC9-E008-061F-4F7D-08B91C7565AB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635D56E-4C79-E133-5E80-2AA075C6A0F3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1070A2-27E8-C216-59E9-90EA642C588C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67C8DA6-E740-6341-E2D9-AF2AA581B775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A548755-ECA6-02EE-4BA1-8933D9F99ED6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163E24DD-17DA-8D1C-2DB4-9DDBB0E632A5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1D19A97-8F33-654C-0C80-DF1E8AABC33B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4722E049-6C26-76E0-BC9F-ABF0C889E26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DB60EE2-AECB-05BB-5FA1-097174F03ED7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D9EB9388-B319-3AEC-DA78-0EA2C077A0D0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F669E200-E604-B743-8870-6DF706006B1E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85BC0E96-D40E-91A9-713A-F9AFB9AFE62C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735151C-8CDB-44BC-03A7-F625E09A9FE5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57E9767-2341-CCD2-1A87-3126A12FC975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4168A64-DC1F-E68E-7C6E-AD8C07BEA277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A4168A64-DC1F-E68E-7C6E-AD8C07BEA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EB1710F-84D3-99E3-F2AC-A49B3391EEB0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FD7F8CD-EE05-FC12-F369-E8C5CECA509E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CA92777D-0124-7A3E-F0BC-B016BDCE2F44}"/>
              </a:ext>
            </a:extLst>
          </p:cNvPr>
          <p:cNvSpPr/>
          <p:nvPr/>
        </p:nvSpPr>
        <p:spPr>
          <a:xfrm>
            <a:off x="821796" y="3235190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B7AA7E4-4891-347D-4816-A5244975427E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C26E7AC-6577-4D53-924A-8241018DC450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D8C15895-E9CD-2ACA-EB18-A67FABCF3D50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6B40330C-5424-629A-5431-196BA902791D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869273AE-1C0F-0533-FFE0-300FCFA9C4DE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:1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4403E9-7742-90D7-8101-B605D77A2B39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7D09445-1DA8-5DBA-EF31-645BBE5BEE60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4A1DF1CA-75DB-C3A7-95EE-74CE21DCC71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48640F3-68E4-A6CF-333C-17F31BAA829E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CE11F06-CCC0-1FB8-F303-341948F5E501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406F228D-8D1D-073B-DFDC-AA55B268A58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B7DAC3D-82F9-9943-2155-601B126194B0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5B3F751-AF4E-EFBE-D62B-F8C500BE0893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B74FCBD-5EB0-5F4C-275B-2C52629D4CB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14DDA0E-4D99-4825-BE72-65656DB6C9AA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8684B3-04BC-A452-BB89-652AE2F88003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7FD2F2F2-92B0-FCCD-B61F-6BF440670E7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C7F142A-084E-4E71-C5D4-5CBBF47A97D0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AA4B861-5E82-C7D9-2B16-F6D6CC445B5C}"/>
              </a:ext>
            </a:extLst>
          </p:cNvPr>
          <p:cNvGrpSpPr/>
          <p:nvPr/>
        </p:nvGrpSpPr>
        <p:grpSpPr>
          <a:xfrm>
            <a:off x="6494170" y="4966058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4535031-D1A6-A11F-BCFB-F74A0BEB0E7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A5A879F-7145-8241-3A43-65851C4ECD6A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263187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F06A3-8BE7-8569-A3BD-B9D50E306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25564C27-DB03-C788-6A52-C91BCF186EA1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DA39C2-47F0-5D89-E763-2F591C852A55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C40D999-C1BE-1806-5C6B-82B57F0DD3C6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9F4A77-75E5-787B-A832-43C2B7A65E8C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20B46A4-08AF-64E0-8978-9EB0D455DA00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DC04DC6-B844-9175-D279-0FFD9C227E6A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3466946-9888-00FA-EE6A-F098459CCAA8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7BB29C6F-A3E5-7ECF-460E-4CB553E3DA90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D110A14E-EB95-97DF-3C2C-626220D83567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8B5B0B9-ADF8-A3B0-E59B-A4A2262A9FB8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794FCABB-079B-2021-C91B-A7A07573FC9D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C4BD6EA6-B9FB-D398-2900-A16D3DE29256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BEC646F2-F802-4009-439C-FD6CB32B7780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07A3A77-1CE3-9D51-8E74-F1BDB3D4A88F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D644C39B-78BF-3716-73CD-825C271D94AF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1C555DD-DA54-83F9-ED37-42E0643E1373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1C555DD-DA54-83F9-ED37-42E0643E13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57B6B96-2D56-3EC0-09DD-9AC154325390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2CDE4610-84A9-A2B6-1D4B-EC3981FC56D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D92A674C-69BD-38D6-54EA-0A89E88E120F}"/>
              </a:ext>
            </a:extLst>
          </p:cNvPr>
          <p:cNvSpPr/>
          <p:nvPr/>
        </p:nvSpPr>
        <p:spPr>
          <a:xfrm>
            <a:off x="821796" y="3506213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1D828C8-E58F-BE0F-2BD4-717DA1CAE882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C6C8DCC-237C-D76A-E9A7-E541763DFEF8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C0D2D761-D05C-5884-7A64-F0E5D39431BB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8D8614F-0BC9-F40D-F3D8-CD112DBD8AD4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DC137A82-F8CB-A834-AB07-A6B39BE10184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:1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37724B0-34EE-36F6-79DD-2A37CB867D77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6D8FB15-8A6F-2921-E149-5A5DBD33501C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0D7F21F-8FA7-60BC-704D-CD63CE6F8BD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28345AF2-E965-FF09-A9EB-CF96A30F3648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8A312A9-9B8A-A77B-0373-2E1D75FE8ABB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2B0701E-E55C-024C-0878-5AEA70FF7D6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19928F8-D4E5-05BA-CF51-94E81018340E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CAC0236-7423-F1FF-3601-77417765A1EA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9BB5D2EC-1FA4-49D5-7F04-8688BCD999C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D2FBB6A-2D9E-3257-3FEF-59A0608C906C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B5DD1E4-D1FE-9166-6054-A93361C966D7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A01FC58E-7668-FB39-6732-BD792863CD8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61C2F117-794A-3146-AA66-8EBD3C6F74F3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48DF1CC-09CC-3C04-45A2-EBD7A13615D7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5402E77-DACA-0434-F357-0404E9258ED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0234C07-F4DA-C4EA-7C64-31B879E24226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653429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81236-90D6-B88C-36C8-D9130DB9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350BA177-AF14-5602-FAE0-A1E6F1AC0D6F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F0341-14F8-1EB6-6DAF-98BE58F89ED1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4D20620-03C7-6786-5A39-EA5683F75FDB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E00B51E-C5F2-2B85-EE3C-D1EB553E992B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C4D4861-6E08-43D0-0BF6-D1BEB53609AA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7239565" y="1486695"/>
            <a:ext cx="1413986" cy="79888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FA44EAC-A629-CCF1-6B18-A1F525567CAC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D81CA89-3B01-B2AA-525B-4842993E7197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6D01BCED-9093-47A2-BFA3-9BEC582ED4C5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8A164EA2-A438-7AF8-21BC-6D02C872B970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4969C795-DA6C-EE68-A4FD-2ACA8750D0F1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CC679DB-AC5C-3462-94CA-1CE53965EF4E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0770884-4B17-0FA6-5A69-52C7F82220B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98887B2-C6CC-667A-3D64-FA7F41F5458E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F3DE6F6E-2011-DC41-C5D1-416842D67315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7723F0FA-AD59-FA73-6488-C185E6A28377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0E0FC53-51CC-D273-1BA2-646D11262F60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0E0FC53-51CC-D273-1BA2-646D11262F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7750F73-4900-C46E-FB26-E38A4D44CD12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BE25399-6ABA-91CA-7B7B-405B27CA05E8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F166AA6D-F247-3D7B-84D5-E155F556818E}"/>
              </a:ext>
            </a:extLst>
          </p:cNvPr>
          <p:cNvSpPr/>
          <p:nvPr/>
        </p:nvSpPr>
        <p:spPr>
          <a:xfrm>
            <a:off x="821796" y="3778113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31F5A98-724A-009B-D788-CBC564386B44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5D4C4D0-B12A-1EC2-5AAE-C956C2519792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581812B-A42B-29D1-36BD-7C953D5E5449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094B917-7821-D7CF-5FF1-D35C8DF20E8B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A472C861-BAD9-A25A-7C68-F6AE6C09E654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:1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43FF928-416D-C2EB-D890-7829BF5F6714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F661CEE-7899-5AC6-197B-CD449C45E156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226D0280-4238-C403-3E83-96A247C5F79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2B72B31-EB49-C00D-AB6B-E20D5EBB6090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7189BB1-152D-AAB5-491F-C80AA0D6F317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6059643-0C41-559F-F38B-2C71A4CFABF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D2401AF-91E5-52F3-7B12-342E479FDACE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E0901D8D-E0A7-9086-A527-E80DC75D932E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186307DB-5B42-9488-7F1D-91ADD1DEFFC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A225D0-5D6F-7F43-9C1B-ED56A5AC7B60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2C2DADB-74B0-5C69-556F-BE4145B2CD5C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65E8C0D-871C-699A-F0C1-986288175A4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1B89CF2-086C-9D80-2D07-7E1504D5184D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127D615-348A-5478-1505-2AF3F6F9E2FC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BFC7889-FEE1-299C-BC5C-E4344B5581F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8944103-46BE-1257-1946-5EACB0BFF83A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31957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24BC5-AC81-555B-E38D-5F8DAE87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4034BA5-361D-2FC5-A1AD-91F8D0D4D982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A9CE9F-C260-12DC-9699-93C652D07667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BD06641-4397-278B-B8A0-CB2954831DD8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AE16E1A-6836-ADA7-3051-676002387E7A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5D8F77-5C9F-68B6-7644-70FB0461C10C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91A717B-6C50-BFE2-22A6-B6701CF45BE8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BE9296D1-23F7-98DA-7BDE-82B9892B1DD9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8C5F4D0-0782-4755-B817-F775E6F2F1D5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4CC7833-49DE-567E-702C-C0E900D5833A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4AE4E415-CD95-CCD4-E9F8-0414FAF26BA6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532CDA7-400D-39DE-14D8-51BF6386C7F2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B680C5C-A200-37A8-91E1-6ABB2EF4D000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E60CB0F-65AF-569F-75F5-A14F96DF4784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196EA8E-175C-3B76-D470-D79BE9E00D28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3313B9-5167-04A5-DA4C-28AE1170E3EA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13313B9-5167-04A5-DA4C-28AE1170E3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353AC9AF-52B7-41DC-7084-53FA2886BC35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7E9135D-6239-1BB3-2249-FCFB90FB217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E793D186-3920-98A9-C81A-8B3394DA229C}"/>
              </a:ext>
            </a:extLst>
          </p:cNvPr>
          <p:cNvSpPr/>
          <p:nvPr/>
        </p:nvSpPr>
        <p:spPr>
          <a:xfrm>
            <a:off x="821796" y="4056461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4CD1AE2-F42D-9452-F2D4-27082CDC449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00C35C1-BD5E-F057-FA27-86086A6E9D26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274376B-73A3-BD97-CCF9-25ABC3F0D239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168C82C-2516-4737-A64A-6360493A465F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62D688B3-B805-82DA-41A8-9E86AA299DF1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D83E69B-DE12-00CE-1522-65C807B195A0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C10FA8D-FD3C-C88B-580E-5A6319664C6E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21EC3D1-D544-7DEC-6252-074EBA089CC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015F6BF3-A107-6284-D234-7DD9F1ACD0FC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584B55C-0143-CCDC-4731-14553CDA3234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1FFAC215-C411-2D36-CDA5-32CA006C591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4815EAF-D4E3-5D4E-170A-247222EBDB38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CE7DC4A-B95D-C348-35CC-D6828A3458AC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C96EB37-BAEE-E368-F1ED-DA516AA1548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AD90B63-E4C2-AE11-D317-4588D23CE1F2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4287F6E-A62D-E11D-9988-E9499B55D148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9B7EF995-AF87-3ED2-0A93-0331C58CA82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35A1806-F7B8-B491-FF50-BEA430109AB7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5EADA85-8DD7-0C54-E2E5-6CAE2CEC81B8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21E377F-0511-2A7D-B1E6-4145AC1C49E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9520FA96-FF96-48C8-2A66-71E51FD86CDE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451091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01732-A642-C5F9-FCCF-7939411CC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95BBBC4-902A-981C-6812-4D5197C903E6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626176-F3B8-3B2B-FCC9-F38FBF41635E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5F7D4F4-409F-7E6B-A2A4-0883B0365020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2A5B28A-72F0-4541-3C44-FCDE49F1D094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4DF3FF7-BB4C-DDF8-F7D9-61127DA546FB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0184CB0-0A0E-204C-58E4-FCBE299879BC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F44B6C48-0E3E-6F57-EB10-1A56973A6BF8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85055FF-BD12-BD2B-B6F0-F4080D3F5C25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E4141DBE-807A-FDA7-1282-52443437B7DE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DCD9440-B530-2B47-A93A-435074032D84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F88BFA8F-765F-A396-39B1-2146C31D9E44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9E3F85D-EA99-8DD3-677E-62AE54C4A3B5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23ED93E8-8F14-8897-9186-E3BABD4D1797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C32F26B-404E-651D-93E8-1B910588BE5E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7DD7D18-464E-AC55-A00A-D322FDF6AA28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7DD7D18-464E-AC55-A00A-D322FDF6A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67AA080-EDD1-4061-B5EA-BB2B6C40FE2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F7664D4-042D-46E1-2809-BFED47AD3072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A5BC4DC7-F8C5-52E3-7D1F-9E29892C057C}"/>
              </a:ext>
            </a:extLst>
          </p:cNvPr>
          <p:cNvSpPr/>
          <p:nvPr/>
        </p:nvSpPr>
        <p:spPr>
          <a:xfrm>
            <a:off x="821796" y="454749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3B92CB3-E3E3-B034-F762-EAD9E79DE62C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356989A-1BB9-FC60-1F1B-665A87F85F0A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0090151-E609-FDC2-2839-29A703C9C485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609E3F6-778B-8841-0369-8ED4AA32D05F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2B5DE312-A5D3-44E8-BA61-F2D55954FFCE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BEDED14-C883-A790-570A-04DC10A3CBE9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D4FB4B8-7E78-D45B-867F-6810EC5704EE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0E7BD561-F6C3-251F-A373-71CF3F45302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C87E405A-8995-989A-A6A1-83B188CFC387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ABE6EA6-8889-6146-C8AB-F734535C66D1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5DE5DB8-1BB3-7BAC-60A7-0F031886159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C1EF4E57-7854-FC46-39A9-8C0B7B4BDAA1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79BA03-A107-F692-9695-60B82B2B8360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2036EB54-96F2-DE5A-D1B9-9BD5FDB4DC1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58D6102-212B-CD63-AF1D-D6E529A2EA8E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44CE715-DAD9-EB6D-4FE8-77497C6ACC93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E95D250-1769-C152-36D9-261696554D4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59B8D0E-3FB6-E3F6-73B0-02379580DF4B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3D002CB-B68E-B078-D5BE-A4C65E14C3FD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18BEB36F-26A5-988B-7F88-9A9450DBFA2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6375184-4062-D6AC-EE61-8D874FB209BF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F1A4111-3A1F-2ECE-F119-9B5D2E7CB2BE}"/>
              </a:ext>
            </a:extLst>
          </p:cNvPr>
          <p:cNvGrpSpPr/>
          <p:nvPr/>
        </p:nvGrpSpPr>
        <p:grpSpPr>
          <a:xfrm>
            <a:off x="10582581" y="4952989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88D6E06-EF5F-0996-0CCA-29809A663F1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D32DB87-8320-9289-226D-65367C5BE173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70891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A3AC-A571-71E1-C031-2A958ED1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D21C5A7-D6B5-9FE5-39B5-CFD2FBED92C6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EE044D-5B7B-05ED-19D5-92DAED87D30F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B9B0C95-9015-0039-E58C-90F860FE8FFA}"/>
              </a:ext>
            </a:extLst>
          </p:cNvPr>
          <p:cNvSpPr/>
          <p:nvPr/>
        </p:nvSpPr>
        <p:spPr>
          <a:xfrm>
            <a:off x="6974210" y="2285582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D5063F-4BED-B197-524A-AE5601FB830F}"/>
              </a:ext>
            </a:extLst>
          </p:cNvPr>
          <p:cNvSpPr txBox="1"/>
          <p:nvPr/>
        </p:nvSpPr>
        <p:spPr>
          <a:xfrm>
            <a:off x="7120691" y="2433746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CBC242A-45B5-E7E7-08B4-F74C413A35BA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9C29BE2-46B6-2B65-E355-2759D3DB7B6E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519C95E5-BEEB-7E31-18C7-7DAD911BF670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32DF3E2B-6AFB-5C36-975C-73D5171DE3EF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258094F-888C-0C64-805C-AD6485501397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5978619-C437-9625-34D4-225A6A49F360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9854C50-6C4E-F6A2-48EE-1FBB1F4AE80C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278AC71-9A58-22CE-834E-894A782F6B75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6B15E91-5D07-6690-309F-4F0C50F8936A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B826239A-96DC-1304-1CCA-8A473FAEE130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745B5FD-11AD-C671-5686-BA6D93EA8BD0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745B5FD-11AD-C671-5686-BA6D93EA8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01644F75-1EBB-1E9C-A8F2-FB16CE6E9536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6146BEBA-070C-AE91-B800-C7D48A966BE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30E9AC16-2FA5-6ED5-D9C8-DC6A9A2E82E3}"/>
              </a:ext>
            </a:extLst>
          </p:cNvPr>
          <p:cNvSpPr/>
          <p:nvPr/>
        </p:nvSpPr>
        <p:spPr>
          <a:xfrm>
            <a:off x="821796" y="454749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ED9C23C-1AEC-6072-7452-83A0AF7CD238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E82BBD55-99DD-A0AE-686C-8465F4478892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5518486-07EE-4F8C-8AF0-7F99B8E8EF8B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3B240DB-A0C5-F588-0C9E-AEEBF9030C70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55B3A017-8CF8-5A4C-1F97-94C0BA2C947D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0EB43A0-0465-7F7D-7043-B64ED81D85B1}"/>
              </a:ext>
            </a:extLst>
          </p:cNvPr>
          <p:cNvSpPr txBox="1"/>
          <p:nvPr/>
        </p:nvSpPr>
        <p:spPr>
          <a:xfrm>
            <a:off x="6556680" y="2065867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C164994-3D4D-CECA-5F58-04C6ACD9B1BF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6039DD6-C594-51A7-83B4-72650034A98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A127ADA-33BE-6104-EBBB-2AB418DE6E62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DC6E10D-5341-E126-1401-C220A6BB682F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90859494-CFF2-4879-8F52-D81F7E9F3AD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3B864441-593F-D3FA-573E-CEF67D1C1916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B357FF9-7C79-8DDD-0E0A-78AEA8E178E1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7822B581-A442-CD7C-4E32-C480372CB5A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092600F7-307F-C224-6B24-C870D5F49927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ECEFAA75-6B11-BDDA-BEA1-094E45FE9056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F80A598-33E4-9625-2D62-4817F6D8BBE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318A80B-5697-CBA4-C6A2-FF88938F3309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519D176-635C-B8A3-34B2-285DB691356F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B6ABC37-EC61-F7BE-0A3F-EDB00014432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126C8E7-E495-0007-9F57-77ECBA3DFB4E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0220E5A-EDCB-3EA9-F719-8B529F49B304}"/>
              </a:ext>
            </a:extLst>
          </p:cNvPr>
          <p:cNvGrpSpPr/>
          <p:nvPr/>
        </p:nvGrpSpPr>
        <p:grpSpPr>
          <a:xfrm>
            <a:off x="7063256" y="4952989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94A3C96-9A69-A28E-4763-C00AB20CA6E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7352E08-8D88-CD7E-F592-54E4E55772CA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7221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61699-B107-DCA7-F5D7-120D6EF4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A9B59071-174D-FAB5-2366-F0B093B369EC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F844F9-F1FA-A3CF-9434-A0993F8FEA28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F340299-1D0F-7383-E3C0-04B7B98A609C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D978CFF8-AFE4-481B-DA9E-4A8BCB2E48DC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98AACF68-B284-DA8D-EF45-EEB135AC34DB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CDA6E87-B919-9929-C55B-F06B57A0E5CE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74E939DB-BC33-662A-ECB7-9C72DD9227DD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E46B41D-D771-4323-F47D-C2B793D1FDDC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257F7E87-4E66-F7DD-20B4-91367779600B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2819B1F2-553F-700F-5FE6-EBD41CD941C5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8E577176-3C0A-0CFA-E637-0823979EA98C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C669C71D-1AE8-46E7-9D02-244DE8034BC5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14D8F39-CBB5-F6D9-50A2-3B5FE78FA8C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E14D8F39-CBB5-F6D9-50A2-3B5FE78FA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274A62EB-DF50-68EB-8739-D1C2FD119BA3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8B79235-8279-D794-43FF-9CD02B0C90E1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C285B59F-357E-8A30-0AD3-22521F370917}"/>
              </a:ext>
            </a:extLst>
          </p:cNvPr>
          <p:cNvSpPr/>
          <p:nvPr/>
        </p:nvSpPr>
        <p:spPr>
          <a:xfrm>
            <a:off x="821796" y="2974330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0A2F353-6898-CBC6-22D6-1C735F35AAB3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F165650-E86B-1D23-D910-CBA812EBF01B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2192B95-22D3-6B89-75D0-99197EC33A4C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B68786EB-DD43-F87D-8C0B-D21E1819270D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740C802A-8EAF-17E1-A9E6-E08AEF6AF23C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AA8B30E-8E7D-7647-DBB2-ECC7A1B89378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2955CB2-E030-B0E4-0F70-F4C557E68DD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9D3C66E-C6EE-138F-76FD-94716C45042B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110C86D-CED4-7298-38E1-D889815FCAAC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735B743-36E5-DED2-2BF4-DE75931DF2B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1D9627C-9AAE-0278-84B7-893ABDA52D7A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AAD803D-6D39-D737-FC6D-0C84C023C8D3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7C4E93F-F094-E017-2E8F-F47CCA50E47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9DAFDBA-1041-B33E-133C-3B742AE3DAE8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F18ECFA7-9FAA-902C-EB07-C4FEE72EBA53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C7F9FFF-8A67-E185-D8BD-E2C4832A41E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5B4C18F-5A66-470F-767A-BBD3B252A8DC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5F7C227-A244-FF62-F24F-22DEE095A7BE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498401B4-2B16-DED4-73C1-663A02C3395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0684423-FC9E-435A-863C-4146A6E83349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E6E1D4E-4C20-26BE-01B0-DFC8A9F4CF04}"/>
              </a:ext>
            </a:extLst>
          </p:cNvPr>
          <p:cNvGrpSpPr/>
          <p:nvPr/>
        </p:nvGrpSpPr>
        <p:grpSpPr>
          <a:xfrm>
            <a:off x="7063256" y="4952989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874108E-24B6-D363-5DBA-E683A73F073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2785BD7-189F-F626-2312-B2141A1F313E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7819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FFF32-7995-269B-26B1-735371FB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63E1962C-1FCC-3A16-66D7-672081136A82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B39B1C-0755-7829-53CE-5EFF5838FE10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F418F61-19F7-2836-79EC-AC261E355E2C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647AA3B7-06D1-B29D-5B17-11F40118B970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E038E130-0DC0-637B-2C44-50FB38D51CB3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44CC85F-F0D4-086E-3F41-610313AF2CA1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BD53EA42-39C5-C466-5085-52A22EA7892A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623F220-6AE7-26AF-E06B-54D4D1140369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E7DABA1-503E-CF09-DB55-264163BBE7AC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C2082A0D-4ABE-A5F5-82BE-65A02D853C4F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468CD93-0F70-0D2C-8D9A-EA7585204492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F4385C47-C0D0-49A8-7536-B89A4538F1E8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AD79333-230E-4A57-3E87-9FB7D0DFE2CF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AD79333-230E-4A57-3E87-9FB7D0DFE2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A3133C2-DF39-DAF3-F8A0-5FB4E8B2DDC5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0FD6F21-F12C-0CC8-033D-DDE58117ED86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8D530A9C-651F-55AA-14AD-FBE3CC1DC7D8}"/>
              </a:ext>
            </a:extLst>
          </p:cNvPr>
          <p:cNvSpPr/>
          <p:nvPr/>
        </p:nvSpPr>
        <p:spPr>
          <a:xfrm>
            <a:off x="821796" y="3502837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BA3BDAD-77CF-6A84-D627-987B3DD0DD95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8398F93-0579-FF4C-83A2-F88589B25552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41905D79-F969-9000-0926-84E7DA4B26F5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C276537-2197-7410-D5FB-B5A1FB4C4780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4BB4FBF5-F168-0D4C-EE90-7A0D1992B09F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12C0B86-DA6F-605F-5F95-19D36C51A8CF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2EBA7F2-691F-EF91-FDAA-41F16FE11CF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E176B6F-D64B-8179-EF2D-61066548C755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40E3E19-B4AB-5755-5D82-10A89FD6FCE8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6511F41F-FA45-77D5-CD26-2DF6D4EC2EB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53799E45-A483-88BA-373C-CAAE66F043FB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9FBDC1F9-07E0-4E29-CC6C-E6EC2DAC620C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9B9AB8B-0E4E-30F2-BB43-5E20673A68D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F8A2B79-1D25-44C5-B7D8-9C2C0F304FAC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3C21966-E293-AB17-109A-0C66F4CBEBBE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B232C82-6D8D-E1F2-D6A9-1285C1F333E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C4AFE59-C614-400C-A1A3-99AB4FF2BEEB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EE611F18-90B5-DBFC-6DB3-A2076F906B9F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70ADC82-FA98-97EA-FB34-B93E2BBD321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29BCE68-9F90-0EB0-D187-16472E4F89EB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9F30CA5D-02D6-7CD3-EE54-1BADF12818E6}"/>
              </a:ext>
            </a:extLst>
          </p:cNvPr>
          <p:cNvGrpSpPr/>
          <p:nvPr/>
        </p:nvGrpSpPr>
        <p:grpSpPr>
          <a:xfrm>
            <a:off x="9477061" y="5913779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FC21094-899D-63DC-1442-3D242DDFC71B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848B507-FFEF-4D06-8051-808BB47C53B7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86843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D1FDF-4B7E-C25C-623D-5454BCC5C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C10D1A05-4EE3-D7ED-3C58-59E2963B9F8E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C2C1D3-0AC3-0BD9-C7CC-11CF01E9D489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A25D3DE-C12E-DEC5-4C3E-F00350D14F14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AF1433A-23AB-D36B-21AD-ECC138126801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4DAFC9C0-098A-80A2-C937-9E2EFB389727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494B213-A805-1925-E15F-9D7E9948B7A5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470E9BC-DB5A-6FD9-09B1-09B76534645E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EB45C727-CE8C-E408-A260-A36D4A5BD4EC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13079F3-C3E7-FD55-C0D7-F0472DEAB932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EAF3C641-8C4D-9501-2985-575F91171AB3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C508A19-942C-5381-833A-218ACEBBAE12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888493F9-AB8C-D698-AE38-66EA4426A355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3CAD7CE-DD98-DF2D-533C-B86F0AF10B30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C3CAD7CE-DD98-DF2D-533C-B86F0AF10B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533EFF17-33C7-15B6-1DE1-6047DA03900A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E6770810-F437-0510-27B7-93CBE4764862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C5550F72-4464-6C2C-F59C-B48BD3F00711}"/>
              </a:ext>
            </a:extLst>
          </p:cNvPr>
          <p:cNvSpPr/>
          <p:nvPr/>
        </p:nvSpPr>
        <p:spPr>
          <a:xfrm>
            <a:off x="821796" y="3759458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AA9B40BD-A4E8-094C-3C9B-5DD46EC6C8C6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F538F74-B9B8-8E17-609D-D72B0BFD495D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0A2EA1-06F3-0E92-EE2C-68A5E1AD048F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D9F404-9AB3-8E20-3E69-3C868044B8A2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36ACC662-F969-ED7C-A959-6011653C0521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69E9C42-5208-A9B2-EBC1-B5E8C5E23880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3B5212CE-F591-2FF6-D4B1-1661F3D7358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4DFCACF2-435A-B42B-1DEC-D9A21DD3644B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8D5B67B4-0BFD-F1A2-7547-3AA358F1EF29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3523CA38-8E55-2E4D-A470-0C67060DFAC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2FF3F67-5AD3-8684-7673-024BF699515D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74FACFA-9AF2-995D-B417-E03D7FB9479E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3D04243-4601-214E-55CD-7430CEAF4CA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AE1F29F-EB3F-2B61-9D00-C9C5A695AB57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2913BCA9-3E2E-5FDC-C793-9725A01BE1B1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EBC33DA-3594-65AF-E9D5-61DB5256357D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812723F-A056-DBD5-B90A-39F64669AD1E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6424F98-0B30-9B70-20DB-96F7E033BA1C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DEEBBF7-7FE8-896C-DF02-0F39ECB03D75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4B2C1DC-1D28-4F3A-C24E-EDCF394C1D02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3841526-1F94-CA45-C80E-19E5069B7A25}"/>
              </a:ext>
            </a:extLst>
          </p:cNvPr>
          <p:cNvGrpSpPr/>
          <p:nvPr/>
        </p:nvGrpSpPr>
        <p:grpSpPr>
          <a:xfrm>
            <a:off x="9477061" y="5913779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DDEA4B8C-9946-D2D2-0FCE-2BD160849EC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591C3FA-47D2-51F7-B941-6860A05829F5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8948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0674-E3CF-4EA0-6FE5-41A73C3D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BCD7368-883D-0049-7967-F58E438DF353}"/>
              </a:ext>
            </a:extLst>
          </p:cNvPr>
          <p:cNvSpPr/>
          <p:nvPr/>
        </p:nvSpPr>
        <p:spPr>
          <a:xfrm>
            <a:off x="8393201" y="953991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556E5E-BEBD-DE88-FB2B-999F43169F03}"/>
              </a:ext>
            </a:extLst>
          </p:cNvPr>
          <p:cNvSpPr txBox="1"/>
          <p:nvPr/>
        </p:nvSpPr>
        <p:spPr>
          <a:xfrm>
            <a:off x="8525053" y="1089538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708BBDA-CDDF-25EC-480C-19CD2306F1E8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899030B-CF8C-2294-9E4A-B700A054ED6B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09C82A93-110B-36EC-B17D-D529943A80B9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92E4E964-24B3-B2A7-D1B5-C3897A78C5CA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6FBD9AB-5884-2BF5-84C3-252FCB82DA2B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2D085553-D71C-AA3F-FD3A-8A68908536BF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5B61974D-06AE-3D40-65EA-9CFC60ACB04E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66D7B527-488E-3CD0-092C-A9BDF19C340F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1D029724-A338-17D3-2212-5A53B3D33A27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BD1131E-6804-E905-3298-8F69AE4BE73D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B704E25-028A-CD28-4415-18DF8A8B7F94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5B704E25-028A-CD28-4415-18DF8A8B7F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D54C91A3-EC6E-FE00-1B30-2717874C6337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77F32567-21DB-FB0E-6615-25BDEC9E8D2B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AA2A07CB-C3A0-FA4B-9364-BB787328F87D}"/>
              </a:ext>
            </a:extLst>
          </p:cNvPr>
          <p:cNvSpPr/>
          <p:nvPr/>
        </p:nvSpPr>
        <p:spPr>
          <a:xfrm>
            <a:off x="821796" y="2958166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8F61DF33-8DD8-BDA6-24AD-2FD7244BB7FD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61BF283-B324-D9A4-0020-E8BC6CCC365F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38F1438-D83E-95EA-EBD8-25CB3089CF44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C2FC894D-2F01-3102-8D0E-4142F90BF2A2}"/>
                  </a:ext>
                </a:extLst>
              </p:cNvPr>
              <p:cNvSpPr txBox="1"/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A7B6562-8AF8-F193-E249-D20FEADFA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5636780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本框 35">
            <a:extLst>
              <a:ext uri="{FF2B5EF4-FFF2-40B4-BE49-F238E27FC236}">
                <a16:creationId xmlns:a16="http://schemas.microsoft.com/office/drawing/2014/main" id="{C1AD192A-1546-039F-8425-0C1E14140D3D}"/>
              </a:ext>
            </a:extLst>
          </p:cNvPr>
          <p:cNvSpPr txBox="1"/>
          <p:nvPr/>
        </p:nvSpPr>
        <p:spPr>
          <a:xfrm>
            <a:off x="7949292" y="696318"/>
            <a:ext cx="5790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FF0000"/>
                </a:solidFill>
              </a:rPr>
              <a:t>出度</a:t>
            </a:r>
            <a:r>
              <a:rPr lang="en-US" altLang="zh-CN" sz="1100" b="1" dirty="0">
                <a:solidFill>
                  <a:srgbClr val="FF0000"/>
                </a:solidFill>
              </a:rPr>
              <a:t>:0</a:t>
            </a:r>
            <a:endParaRPr lang="zh-CN" altLang="en-US" sz="1100" b="1" dirty="0">
              <a:solidFill>
                <a:srgbClr val="FF0000"/>
              </a:solidFill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A05FF1C-F66A-0B72-9B70-B4AA10671B56}"/>
              </a:ext>
            </a:extLst>
          </p:cNvPr>
          <p:cNvGrpSpPr/>
          <p:nvPr/>
        </p:nvGrpSpPr>
        <p:grpSpPr>
          <a:xfrm>
            <a:off x="7364053" y="5936681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2D2A542-1D06-66FC-92CB-95814BE2786C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E7B4384-7319-3BBB-66AA-31D38BA8B1E4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AB08CF1E-F1AB-4840-234C-95C054FE6606}"/>
              </a:ext>
            </a:extLst>
          </p:cNvPr>
          <p:cNvGrpSpPr/>
          <p:nvPr/>
        </p:nvGrpSpPr>
        <p:grpSpPr>
          <a:xfrm>
            <a:off x="7778915" y="5936681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1A1E91D-747E-DBFD-11FA-01D0695E9D0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02A2260-F9C1-2479-19D5-47697AF5B882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889DA92-BB82-0682-9F70-DD77D61FFC97}"/>
              </a:ext>
            </a:extLst>
          </p:cNvPr>
          <p:cNvGrpSpPr/>
          <p:nvPr/>
        </p:nvGrpSpPr>
        <p:grpSpPr>
          <a:xfrm>
            <a:off x="8209506" y="5936947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1079C3CD-9D4F-1EC1-1688-51E10A3173E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2AE7F7E-7826-F51B-F9C0-0098DE7114EF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D75C53C-05CA-9DFF-36F4-1981522741FE}"/>
              </a:ext>
            </a:extLst>
          </p:cNvPr>
          <p:cNvGrpSpPr/>
          <p:nvPr/>
        </p:nvGrpSpPr>
        <p:grpSpPr>
          <a:xfrm>
            <a:off x="8627988" y="5919678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37A48C94-CAD9-E969-CCBD-39919B598D00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E23BA91-1B95-17E0-AA32-695371BE5F49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76A496D-E1B5-F6B1-D6E4-DBE527B4E36D}"/>
              </a:ext>
            </a:extLst>
          </p:cNvPr>
          <p:cNvGrpSpPr/>
          <p:nvPr/>
        </p:nvGrpSpPr>
        <p:grpSpPr>
          <a:xfrm>
            <a:off x="9054959" y="5913779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39F46051-279F-1FBA-ACAA-1DD11A9D95F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734FE1A-582A-7590-87B9-894A654750FC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9907F6F-32B6-BB86-C952-8B099D8A372B}"/>
              </a:ext>
            </a:extLst>
          </p:cNvPr>
          <p:cNvGrpSpPr/>
          <p:nvPr/>
        </p:nvGrpSpPr>
        <p:grpSpPr>
          <a:xfrm>
            <a:off x="9477061" y="5913779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016DB0A-A022-655A-9198-F84759D5087E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CB5B20C-9182-B3FE-86AC-AD762C285C7F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65690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4165-7E24-6CC4-87D4-3C00F108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0738162-65C7-5389-B1AB-CA85B33A830F}"/>
              </a:ext>
            </a:extLst>
          </p:cNvPr>
          <p:cNvGrpSpPr/>
          <p:nvPr/>
        </p:nvGrpSpPr>
        <p:grpSpPr>
          <a:xfrm>
            <a:off x="900643" y="1669950"/>
            <a:ext cx="4253671" cy="3236483"/>
            <a:chOff x="4261909" y="1593750"/>
            <a:chExt cx="4253671" cy="3236483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6C81B62-58D1-8D2C-AC02-1AA485EB282A}"/>
                </a:ext>
              </a:extLst>
            </p:cNvPr>
            <p:cNvSpPr txBox="1"/>
            <p:nvPr/>
          </p:nvSpPr>
          <p:spPr>
            <a:xfrm>
              <a:off x="4345672" y="1593750"/>
              <a:ext cx="13131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拓扑排序算法流程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877C3DE7-90E9-95C8-3476-057F91927BFE}"/>
                    </a:ext>
                  </a:extLst>
                </p:cNvPr>
                <p:cNvSpPr txBox="1"/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1.</a:t>
                  </a:r>
                  <a:r>
                    <a:rPr lang="zh-CN" altLang="en-US" sz="1100" b="1" dirty="0"/>
                    <a:t>初始化队列与答案序列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𝒒𝒖𝒆𝒖𝒆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(),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=[]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3" name="文本框 2">
                  <a:extLst>
                    <a:ext uri="{FF2B5EF4-FFF2-40B4-BE49-F238E27FC236}">
                      <a16:creationId xmlns:a16="http://schemas.microsoft.com/office/drawing/2014/main" id="{28BE7B2A-75E3-58D4-5BED-8C9EC6EDA1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043498"/>
                  <a:ext cx="3136500" cy="26161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134D7552-9E3D-63E4-FBBD-06D71216D874}"/>
                    </a:ext>
                  </a:extLst>
                </p:cNvPr>
                <p:cNvSpPr txBox="1"/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100" b="1" dirty="0"/>
                    <a:t>2.</a:t>
                  </a:r>
                  <a:r>
                    <a:rPr lang="zh-CN" altLang="en-US" sz="1100" b="1" dirty="0"/>
                    <a:t>寻找出度为</a:t>
                  </a:r>
                  <a:r>
                    <a:rPr lang="en-US" altLang="zh-CN" sz="1100" b="1" dirty="0"/>
                    <a:t>0</a:t>
                  </a:r>
                  <a:r>
                    <a:rPr lang="zh-CN" altLang="en-US" sz="1100" b="1" dirty="0"/>
                    <a:t>的节点集合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35399FF-3254-B1A8-A22B-9508BE475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326559"/>
                  <a:ext cx="2271199" cy="261610"/>
                </a:xfrm>
                <a:prstGeom prst="rect">
                  <a:avLst/>
                </a:prstGeom>
                <a:blipFill>
                  <a:blip r:embed="rId3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99BC33EE-7F22-9045-BB85-881A2C10D7E1}"/>
                </a:ext>
              </a:extLst>
            </p:cNvPr>
            <p:cNvSpPr/>
            <p:nvPr/>
          </p:nvSpPr>
          <p:spPr>
            <a:xfrm>
              <a:off x="4261909" y="1897279"/>
              <a:ext cx="3914775" cy="2932954"/>
            </a:xfrm>
            <a:prstGeom prst="roundRect">
              <a:avLst/>
            </a:prstGeom>
            <a:noFill/>
            <a:ln>
              <a:prstDash val="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87CF731A-1869-BAE6-9A14-125798ED250D}"/>
                    </a:ext>
                  </a:extLst>
                </p:cNvPr>
                <p:cNvSpPr txBox="1"/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3.</a:t>
                  </a:r>
                  <a:r>
                    <a:rPr lang="zh-CN" altLang="en-US" sz="1100" b="1" dirty="0"/>
                    <a:t>起点入队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𝐪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𝐩𝐮𝐬𝐡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,…)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F4D25A9D-D237-6DB9-9DD6-34B50E623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1" y="2588169"/>
                  <a:ext cx="2182221" cy="261610"/>
                </a:xfrm>
                <a:prstGeom prst="rect">
                  <a:avLst/>
                </a:prstGeom>
                <a:blipFill>
                  <a:blip r:embed="rId4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F8061778-034D-5A76-FCBA-8198E524861E}"/>
                    </a:ext>
                  </a:extLst>
                </p:cNvPr>
                <p:cNvSpPr txBox="1"/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</a:t>
                  </a:r>
                  <a:r>
                    <a:rPr lang="zh-CN" altLang="en-US" sz="1100" b="1" dirty="0"/>
                    <a:t>循环以下操作，直到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</m:oMath>
                  </a14:m>
                  <a:r>
                    <a:rPr lang="zh-CN" altLang="en-US" sz="1100" b="1" dirty="0"/>
                    <a:t>为空：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A997F11F-9C98-B62B-E444-20C831FC0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3740" y="2902485"/>
                  <a:ext cx="2182222" cy="261610"/>
                </a:xfrm>
                <a:prstGeom prst="rect">
                  <a:avLst/>
                </a:prstGeom>
                <a:blipFill>
                  <a:blip r:embed="rId5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3EF6088-6984-CC48-DAC5-BD161A5741B5}"/>
                    </a:ext>
                  </a:extLst>
                </p:cNvPr>
                <p:cNvSpPr txBox="1"/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4.1. </a:t>
                  </a:r>
                  <a:r>
                    <a:rPr lang="zh-CN" altLang="en-US" sz="1100" b="1" dirty="0"/>
                    <a:t>取队头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𝒑𝒐𝒑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AF426CC6-3EB4-9C75-8F4A-A081A144E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189850"/>
                  <a:ext cx="2791823" cy="261610"/>
                </a:xfrm>
                <a:prstGeom prst="rect">
                  <a:avLst/>
                </a:prstGeom>
                <a:blipFill>
                  <a:blip r:embed="rId6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0E7B04E-E2EF-F956-E6E9-F79D5A7260FE}"/>
                    </a:ext>
                  </a:extLst>
                </p:cNvPr>
                <p:cNvSpPr txBox="1"/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4.3. </a:t>
                  </a:r>
                  <a:r>
                    <a:rPr lang="zh-CN" altLang="en-US" sz="1100" b="1" dirty="0"/>
                    <a:t>遍历前驱</a:t>
                  </a:r>
                  <a:r>
                    <a:rPr lang="en-US" altLang="zh-CN" sz="1100" b="1" dirty="0"/>
                    <a:t>: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CN" sz="1100" b="1" i="1" dirty="0">
                          <a:latin typeface="Cambria Math" panose="02040503050406030204" pitchFamily="18" charset="0"/>
                        </a:rPr>
                        <m:t>𝒑𝒓𝒆</m:t>
                      </m:r>
                      <m:d>
                        <m:dPr>
                          <m:ctrlP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100" b="1" i="1" dirty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d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644B1101-314F-FEFA-6BE4-9671283000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207" y="3715198"/>
                  <a:ext cx="2392770" cy="261610"/>
                </a:xfrm>
                <a:prstGeom prst="rect">
                  <a:avLst/>
                </a:prstGeom>
                <a:blipFill>
                  <a:blip r:embed="rId7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478FBE54-DE61-F920-D80A-753F70BEE0AB}"/>
                    </a:ext>
                  </a:extLst>
                </p:cNvPr>
                <p:cNvSpPr txBox="1"/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4.3.1.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的出度减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0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 −= 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841464B-7920-B1D9-6A17-C694253FB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7" y="3992222"/>
                  <a:ext cx="3344273" cy="261610"/>
                </a:xfrm>
                <a:prstGeom prst="rect">
                  <a:avLst/>
                </a:prstGeom>
                <a:blipFill>
                  <a:blip r:embed="rId8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B072A09-966C-4F78-8DD9-75429D4F50E8}"/>
                    </a:ext>
                  </a:extLst>
                </p:cNvPr>
                <p:cNvSpPr txBox="1"/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 </a:t>
                  </a:r>
                  <a:r>
                    <a:rPr lang="zh-CN" altLang="en-US" sz="1100" b="1" dirty="0"/>
                    <a:t>如果</a:t>
                  </a:r>
                  <a14:m>
                    <m:oMath xmlns:m="http://schemas.openxmlformats.org/officeDocument/2006/math">
                      <m:r>
                        <a:rPr lang="en-US" altLang="zh-CN" sz="1100" b="1">
                          <a:latin typeface="Cambria Math" panose="02040503050406030204" pitchFamily="18" charset="0"/>
                        </a:rPr>
                        <m:t>𝐨𝐮𝐭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𝒅𝒆𝒈𝒓𝒆𝒆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a14:m>
                  <a:r>
                    <a:rPr lang="zh-CN" altLang="en-US" sz="11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en-US" altLang="zh-CN" sz="1100" b="1" dirty="0"/>
                    <a:t>:</a:t>
                  </a: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9B072A09-966C-4F78-8DD9-75429D4F5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1306" y="4269246"/>
                  <a:ext cx="3344273" cy="261610"/>
                </a:xfrm>
                <a:prstGeom prst="rect">
                  <a:avLst/>
                </a:prstGeom>
                <a:blipFill>
                  <a:blip r:embed="rId9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B14641FA-4671-79FC-278A-0FC983C1E2C4}"/>
                    </a:ext>
                  </a:extLst>
                </p:cNvPr>
                <p:cNvSpPr txBox="1"/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100" b="1" dirty="0"/>
                    <a:t>4.3.2.1 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𝒗</m:t>
                      </m:r>
                    </m:oMath>
                  </a14:m>
                  <a:r>
                    <a:rPr lang="zh-CN" altLang="en-US" sz="1100" b="1" dirty="0"/>
                    <a:t>入队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11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1100" b="1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EA91C48A-A7E0-6965-CD9E-AEC6E9F1EF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385" y="4517570"/>
                  <a:ext cx="1740068" cy="261610"/>
                </a:xfrm>
                <a:prstGeom prst="rect">
                  <a:avLst/>
                </a:prstGeom>
                <a:blipFill>
                  <a:blip r:embed="rId10"/>
                  <a:stretch>
                    <a:fillRect t="-2381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79EAAAF-0E0A-F78A-005F-80FA8839355C}"/>
                    </a:ext>
                  </a:extLst>
                </p:cNvPr>
                <p:cNvSpPr txBox="1"/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 </a:t>
                  </a:r>
                  <a:r>
                    <a:rPr lang="en-US" altLang="zh-CN" sz="1100" b="1" dirty="0"/>
                    <a:t>4.2. </a:t>
                  </a:r>
                  <a:r>
                    <a:rPr lang="zh-CN" altLang="en-US" sz="1100" b="1" dirty="0"/>
                    <a:t>记录队头</a:t>
                  </a:r>
                  <a:r>
                    <a:rPr lang="en-US" altLang="zh-CN" sz="1100" b="1" dirty="0"/>
                    <a:t>:</a:t>
                  </a:r>
                  <a14:m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𝒑𝒖𝒔𝒉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1100" b="1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F97D5D99-8038-5599-A43E-C723015CC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8864" y="3445881"/>
                  <a:ext cx="2791823" cy="261610"/>
                </a:xfrm>
                <a:prstGeom prst="rect">
                  <a:avLst/>
                </a:prstGeom>
                <a:blipFill>
                  <a:blip r:embed="rId11"/>
                  <a:stretch>
                    <a:fillRect t="-2326" b="-139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矩形 27">
            <a:extLst>
              <a:ext uri="{FF2B5EF4-FFF2-40B4-BE49-F238E27FC236}">
                <a16:creationId xmlns:a16="http://schemas.microsoft.com/office/drawing/2014/main" id="{19637297-4A52-B473-6438-F801C2D13B36}"/>
              </a:ext>
            </a:extLst>
          </p:cNvPr>
          <p:cNvSpPr/>
          <p:nvPr/>
        </p:nvSpPr>
        <p:spPr>
          <a:xfrm>
            <a:off x="821796" y="4846873"/>
            <a:ext cx="4072467" cy="307884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9D43B11-B0CF-926E-13BB-C0268042CBA1}"/>
                  </a:ext>
                </a:extLst>
              </p:cNvPr>
              <p:cNvSpPr txBox="1"/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队列</a:t>
                </a:r>
                <a14:m>
                  <m:oMath xmlns:m="http://schemas.openxmlformats.org/officeDocument/2006/math">
                    <m:r>
                      <a:rPr lang="en-US" altLang="zh-CN" sz="12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A775F44-F7C3-2847-4DF8-0902DAD58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977" y="4530523"/>
                <a:ext cx="585417" cy="276999"/>
              </a:xfrm>
              <a:prstGeom prst="rect">
                <a:avLst/>
              </a:prstGeom>
              <a:blipFill>
                <a:blip r:embed="rId12"/>
                <a:stretch>
                  <a:fillRect l="-1042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AC02E634-E86E-FF26-2779-DE9F93DB662E}"/>
              </a:ext>
            </a:extLst>
          </p:cNvPr>
          <p:cNvCxnSpPr/>
          <p:nvPr/>
        </p:nvCxnSpPr>
        <p:spPr>
          <a:xfrm>
            <a:off x="7052733" y="4906433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604EED1-85E1-485C-D74F-77E5810E9CAF}"/>
              </a:ext>
            </a:extLst>
          </p:cNvPr>
          <p:cNvCxnSpPr/>
          <p:nvPr/>
        </p:nvCxnSpPr>
        <p:spPr>
          <a:xfrm>
            <a:off x="7052732" y="5372101"/>
            <a:ext cx="319616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E9025F5-5F20-CD0E-BD40-D4B881F45073}"/>
                  </a:ext>
                </a:extLst>
              </p:cNvPr>
              <p:cNvSpPr txBox="1"/>
              <p:nvPr/>
            </p:nvSpPr>
            <p:spPr>
              <a:xfrm>
                <a:off x="6892027" y="3040388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𝒂𝒏𝒔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E9025F5-5F20-CD0E-BD40-D4B881F45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027" y="3040388"/>
                <a:ext cx="498855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组合 30">
            <a:extLst>
              <a:ext uri="{FF2B5EF4-FFF2-40B4-BE49-F238E27FC236}">
                <a16:creationId xmlns:a16="http://schemas.microsoft.com/office/drawing/2014/main" id="{5D728A6B-E58C-B1E4-1131-A71FDFEA5D09}"/>
              </a:ext>
            </a:extLst>
          </p:cNvPr>
          <p:cNvGrpSpPr/>
          <p:nvPr/>
        </p:nvGrpSpPr>
        <p:grpSpPr>
          <a:xfrm>
            <a:off x="7364053" y="3340289"/>
            <a:ext cx="352618" cy="375910"/>
            <a:chOff x="6115050" y="2122308"/>
            <a:chExt cx="1255445" cy="803803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C78D981E-40AB-518B-84A5-3E5FF4B44FA3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0F46E24-E5E9-2B1D-0E42-FD8D847EB336}"/>
                </a:ext>
              </a:extLst>
            </p:cNvPr>
            <p:cNvSpPr txBox="1"/>
            <p:nvPr/>
          </p:nvSpPr>
          <p:spPr>
            <a:xfrm>
              <a:off x="6336661" y="2251176"/>
              <a:ext cx="925721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EADAC76F-5303-D0B3-64F1-C846D554E245}"/>
              </a:ext>
            </a:extLst>
          </p:cNvPr>
          <p:cNvGrpSpPr/>
          <p:nvPr/>
        </p:nvGrpSpPr>
        <p:grpSpPr>
          <a:xfrm>
            <a:off x="7778915" y="3340289"/>
            <a:ext cx="352618" cy="375910"/>
            <a:chOff x="6115050" y="2122308"/>
            <a:chExt cx="1255445" cy="80380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F2790D9C-618B-ABE8-84E7-8A841D5F67F6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472A9455-A874-D5B8-7307-842A83D725D9}"/>
                </a:ext>
              </a:extLst>
            </p:cNvPr>
            <p:cNvSpPr txBox="1"/>
            <p:nvPr/>
          </p:nvSpPr>
          <p:spPr>
            <a:xfrm>
              <a:off x="6336661" y="2251176"/>
              <a:ext cx="82869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DF895E70-2337-42A4-7973-F4D543EFA2C2}"/>
              </a:ext>
            </a:extLst>
          </p:cNvPr>
          <p:cNvGrpSpPr/>
          <p:nvPr/>
        </p:nvGrpSpPr>
        <p:grpSpPr>
          <a:xfrm>
            <a:off x="8209506" y="3340555"/>
            <a:ext cx="352618" cy="375910"/>
            <a:chOff x="6115050" y="2122308"/>
            <a:chExt cx="1255445" cy="803803"/>
          </a:xfrm>
        </p:grpSpPr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57015168-872D-EF04-F3BA-70063D9CE83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8BE81D64-28DA-7A0C-1C5E-A65D14FF2820}"/>
                </a:ext>
              </a:extLst>
            </p:cNvPr>
            <p:cNvSpPr txBox="1"/>
            <p:nvPr/>
          </p:nvSpPr>
          <p:spPr>
            <a:xfrm>
              <a:off x="6336661" y="2251176"/>
              <a:ext cx="891477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1AA0FE3F-1008-5039-ED82-D9F8E621C7BD}"/>
              </a:ext>
            </a:extLst>
          </p:cNvPr>
          <p:cNvGrpSpPr/>
          <p:nvPr/>
        </p:nvGrpSpPr>
        <p:grpSpPr>
          <a:xfrm>
            <a:off x="8627988" y="3323286"/>
            <a:ext cx="352618" cy="375910"/>
            <a:chOff x="6115050" y="2122308"/>
            <a:chExt cx="1255445" cy="803803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0ECA9C1B-FBBF-42F7-6CBB-BC4AD26FB119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18BEF5D-835B-879B-3A24-07F9023DD1FD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2375AEC-8F31-5459-93E4-CBFCC5185CCE}"/>
              </a:ext>
            </a:extLst>
          </p:cNvPr>
          <p:cNvGrpSpPr/>
          <p:nvPr/>
        </p:nvGrpSpPr>
        <p:grpSpPr>
          <a:xfrm>
            <a:off x="9054959" y="3317387"/>
            <a:ext cx="352618" cy="375910"/>
            <a:chOff x="6115050" y="2122308"/>
            <a:chExt cx="1255445" cy="80380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AB5313FC-C016-AFD6-F742-5F56F64DBE01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E235056-AE62-0343-EE80-58C8134192F8}"/>
                </a:ext>
              </a:extLst>
            </p:cNvPr>
            <p:cNvSpPr txBox="1"/>
            <p:nvPr/>
          </p:nvSpPr>
          <p:spPr>
            <a:xfrm>
              <a:off x="6336661" y="2251176"/>
              <a:ext cx="959964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b</a:t>
              </a:r>
              <a:endParaRPr lang="zh-CN" altLang="en-US" sz="1100" b="1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CBC90D-CDAF-6910-873B-E6970A78DDB2}"/>
              </a:ext>
            </a:extLst>
          </p:cNvPr>
          <p:cNvGrpSpPr/>
          <p:nvPr/>
        </p:nvGrpSpPr>
        <p:grpSpPr>
          <a:xfrm>
            <a:off x="9477061" y="3317387"/>
            <a:ext cx="352618" cy="375910"/>
            <a:chOff x="6115050" y="2122308"/>
            <a:chExt cx="1255445" cy="80380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CBD11C29-0C84-FA07-1523-D42D4ECCE452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172C51"/>
                </a:solidFill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07C2C56-FA42-26BF-8DDD-6630B2926521}"/>
                </a:ext>
              </a:extLst>
            </p:cNvPr>
            <p:cNvSpPr txBox="1"/>
            <p:nvPr/>
          </p:nvSpPr>
          <p:spPr>
            <a:xfrm>
              <a:off x="6336661" y="2251176"/>
              <a:ext cx="920010" cy="559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a</a:t>
              </a:r>
              <a:endParaRPr lang="zh-CN" altLang="en-US" sz="11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27404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08FF-3717-E3B9-1D19-120BDD5A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350960E-0404-5491-CB04-979AFFDEB734}"/>
              </a:ext>
            </a:extLst>
          </p:cNvPr>
          <p:cNvSpPr/>
          <p:nvPr/>
        </p:nvSpPr>
        <p:spPr>
          <a:xfrm>
            <a:off x="6096000" y="1418192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C9E8D3-8257-0AC7-8C74-83F69AC693CF}"/>
              </a:ext>
            </a:extLst>
          </p:cNvPr>
          <p:cNvSpPr txBox="1"/>
          <p:nvPr/>
        </p:nvSpPr>
        <p:spPr>
          <a:xfrm>
            <a:off x="6227852" y="1553739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F65CFB09-4E07-F5F1-7926-819F650E75B8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5A93376-2F19-A88E-2C50-ED4CAF6D626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C0A12D4-BC34-EA81-2C19-94CB319BD407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9D2E80F-D09D-8D97-44EB-A6095C434F06}"/>
              </a:ext>
            </a:extLst>
          </p:cNvPr>
          <p:cNvGrpSpPr/>
          <p:nvPr/>
        </p:nvGrpSpPr>
        <p:grpSpPr>
          <a:xfrm>
            <a:off x="7300213" y="2811438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222B32C1-4E54-27BD-17E2-762BD937C6D7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BEAA662-84DA-D93F-CB77-1FCD729398B6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5861C754-1BA8-D472-8B02-B357094C4ADE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CEE34B-D392-5051-25BF-403FA9512DC3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C5080BC-CAE1-6EB9-2F5A-9460F9BC3541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942364" y="1950896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1F02C12-D124-A3E1-39E4-02E8C1EF0856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6355672" y="1950896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4109176-446C-F409-24D6-3B3772BBB6F3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356350" y="1950896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3EBF3DBF-D67A-960A-5ECC-EBDB0837C018}"/>
              </a:ext>
            </a:extLst>
          </p:cNvPr>
          <p:cNvGrpSpPr/>
          <p:nvPr/>
        </p:nvGrpSpPr>
        <p:grpSpPr>
          <a:xfrm>
            <a:off x="7300213" y="4067161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902A0A7-D6AB-F0E6-2F2F-1987088DA138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8A19CA9-55C1-E69D-1A15-2F368DEB1C4B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9278527-623F-DF6C-0975-981FA6DC15AD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7535559" y="3246065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B78B3216-7ED5-EB5D-FAB6-6FE80760F1A7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9B505673-7E48-39C0-8907-F24E58A680FB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F4B97B80-67DB-9834-ADEF-1063DAAFB47C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A56785F8-6C2B-E423-4609-D5F33E44166C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890FBD92-2740-0190-405A-50B7A0DCB74F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54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74AE-97A0-9EB6-3E21-0F6959854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12DD6673-A538-B372-0692-20AE1D57B747}"/>
              </a:ext>
            </a:extLst>
          </p:cNvPr>
          <p:cNvSpPr/>
          <p:nvPr/>
        </p:nvSpPr>
        <p:spPr>
          <a:xfrm>
            <a:off x="6096000" y="1418192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5F5642-781A-6F75-0730-BB25188EF922}"/>
              </a:ext>
            </a:extLst>
          </p:cNvPr>
          <p:cNvSpPr txBox="1"/>
          <p:nvPr/>
        </p:nvSpPr>
        <p:spPr>
          <a:xfrm>
            <a:off x="6227852" y="1553739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1E6DE4CE-CFC0-C81C-608C-314D651FE14D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6F9305D-96BD-8BD8-944A-29809942919F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1D5B4B4-6A0D-E4DF-BAF6-23317B03FF0D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DB8926B-E07C-D647-E89E-FDE82F2319A8}"/>
              </a:ext>
            </a:extLst>
          </p:cNvPr>
          <p:cNvGrpSpPr/>
          <p:nvPr/>
        </p:nvGrpSpPr>
        <p:grpSpPr>
          <a:xfrm>
            <a:off x="7300213" y="2811438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560E868-E36F-9724-F1F2-2ED3F8C05C4C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D892907-4348-EAB8-D348-E423A45DB317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5C9B9634-1B61-815F-F5D6-28EB877A0B59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083A15-CC45-5467-00DD-2E7A7B20B353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C26CA56-E4DA-6D19-E8A9-281D0FD62ABF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942364" y="1950896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A78D1CD7-BC08-85BA-4D6F-033A46F52809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6355672" y="1950896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2AE16E2-5BCC-990F-165F-B727C6D32C98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356350" y="1950896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3AE218BA-9A13-36C1-9663-161419A2216F}"/>
              </a:ext>
            </a:extLst>
          </p:cNvPr>
          <p:cNvGrpSpPr/>
          <p:nvPr/>
        </p:nvGrpSpPr>
        <p:grpSpPr>
          <a:xfrm>
            <a:off x="7300213" y="4067161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EF443EBC-759A-8FF1-F4C3-4C97B6C6261C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80F101F-C031-88A1-374C-C9633E4EB80E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F53275A-AAD1-9361-F6E6-20FD3C9BF250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7535559" y="3246065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09536F1-849E-28C6-F75A-205C5BF15304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C2BF0086-B9E5-9FDD-C00B-10339AFDC484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E43189C-F5DA-8771-CB44-39237A05955C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596F58FC-A0C8-2266-B5F9-DDFC427748DC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CD805EC3-879E-0932-708E-49720BCDFDD8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EB33E5B-9AFD-8130-0012-1B6B4B5DFA3F}"/>
              </a:ext>
            </a:extLst>
          </p:cNvPr>
          <p:cNvCxnSpPr>
            <a:cxnSpLocks/>
            <a:stCxn id="96" idx="2"/>
            <a:endCxn id="11" idx="4"/>
          </p:cNvCxnSpPr>
          <p:nvPr/>
        </p:nvCxnSpPr>
        <p:spPr>
          <a:xfrm flipH="1" flipV="1">
            <a:off x="4942364" y="3307722"/>
            <a:ext cx="1165876" cy="9407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104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F18D-EA26-8A8F-4EC9-BEF5FD1CE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7AC80373-80D1-7822-53FD-8B437BDF6788}"/>
              </a:ext>
            </a:extLst>
          </p:cNvPr>
          <p:cNvSpPr/>
          <p:nvPr/>
        </p:nvSpPr>
        <p:spPr>
          <a:xfrm>
            <a:off x="6096000" y="1418192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A01FD8-AD06-ECDE-6864-D1A0FAA12554}"/>
              </a:ext>
            </a:extLst>
          </p:cNvPr>
          <p:cNvSpPr txBox="1"/>
          <p:nvPr/>
        </p:nvSpPr>
        <p:spPr>
          <a:xfrm>
            <a:off x="6227852" y="1553739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8355783-99CD-C583-592B-E581F8899C9E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4AA3AE88-61C4-20B2-EBD1-E64C349E7448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121B108-C2F8-E8A0-25C1-53612F259DB9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54A06C0-24FC-8F6F-E15A-FC8B1B3080FF}"/>
              </a:ext>
            </a:extLst>
          </p:cNvPr>
          <p:cNvGrpSpPr/>
          <p:nvPr/>
        </p:nvGrpSpPr>
        <p:grpSpPr>
          <a:xfrm>
            <a:off x="7300213" y="2811438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5D7BE3D-B8BD-E8A3-16F2-D51A51AF2357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CCA1EC-85A5-5D74-2088-19C4B2CEADB0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2827E10-9A6D-49EE-65D4-A10EAEE91A67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66E504-9633-2154-1794-14980AFD905E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57FD50E-83D0-D844-565A-47272CF1A10D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942364" y="1950896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8288E38A-6307-F400-5E2D-298E0A70DF06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6355672" y="1950896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C952E5C-D4F7-C043-E586-3FFF19DA39D6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356350" y="1950896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03CAF945-397F-1AC7-1665-F85436A012BF}"/>
              </a:ext>
            </a:extLst>
          </p:cNvPr>
          <p:cNvGrpSpPr/>
          <p:nvPr/>
        </p:nvGrpSpPr>
        <p:grpSpPr>
          <a:xfrm>
            <a:off x="7300213" y="4067161"/>
            <a:ext cx="470691" cy="434627"/>
            <a:chOff x="8211150" y="3667907"/>
            <a:chExt cx="984250" cy="665345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E868563-509E-451F-C0D3-886797E15A33}"/>
                </a:ext>
              </a:extLst>
            </p:cNvPr>
            <p:cNvSpPr/>
            <p:nvPr/>
          </p:nvSpPr>
          <p:spPr>
            <a:xfrm>
              <a:off x="8211150" y="3667907"/>
              <a:ext cx="984250" cy="66534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DCDB366-12E4-4087-EE09-0F0B6DBC73E8}"/>
                </a:ext>
              </a:extLst>
            </p:cNvPr>
            <p:cNvSpPr txBox="1"/>
            <p:nvPr/>
          </p:nvSpPr>
          <p:spPr>
            <a:xfrm>
              <a:off x="8559933" y="3780992"/>
              <a:ext cx="25519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F</a:t>
              </a:r>
              <a:endParaRPr lang="zh-CN" altLang="en-US" sz="1100" b="1" dirty="0"/>
            </a:p>
          </p:txBody>
        </p:sp>
      </p:grp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B8C20FE-0A79-5608-6086-214A7B4ECB02}"/>
              </a:ext>
            </a:extLst>
          </p:cNvPr>
          <p:cNvCxnSpPr>
            <a:cxnSpLocks/>
            <a:stCxn id="8" idx="4"/>
            <a:endCxn id="22" idx="0"/>
          </p:cNvCxnSpPr>
          <p:nvPr/>
        </p:nvCxnSpPr>
        <p:spPr>
          <a:xfrm>
            <a:off x="7535559" y="3246065"/>
            <a:ext cx="0" cy="821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070C6CC-59CF-210F-B082-DB3C1FC28477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00449249-938B-75D0-6900-F3D8132CA7CE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D1C83EF6-FAF2-B4B0-0970-B61EC7FEB30A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4B94996D-91E5-1810-2407-8B986C9EF50C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6E0E9CC3-F724-772F-F01D-4B29DC08635F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1A0E7AE1-D109-DD13-03FF-35A6759A71ED}"/>
              </a:ext>
            </a:extLst>
          </p:cNvPr>
          <p:cNvCxnSpPr>
            <a:cxnSpLocks/>
            <a:stCxn id="96" idx="2"/>
            <a:endCxn id="11" idx="4"/>
          </p:cNvCxnSpPr>
          <p:nvPr/>
        </p:nvCxnSpPr>
        <p:spPr>
          <a:xfrm flipH="1" flipV="1">
            <a:off x="4942364" y="3307722"/>
            <a:ext cx="1165876" cy="9407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951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73768-631F-F762-9AB2-1629BBA8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DCD077C7-1BD2-271A-A035-B32074AFD142}"/>
              </a:ext>
            </a:extLst>
          </p:cNvPr>
          <p:cNvSpPr/>
          <p:nvPr/>
        </p:nvSpPr>
        <p:spPr>
          <a:xfrm>
            <a:off x="6096000" y="1418192"/>
            <a:ext cx="520699" cy="532704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0BD462D-3B76-DC42-6F09-A6645C433553}"/>
              </a:ext>
            </a:extLst>
          </p:cNvPr>
          <p:cNvSpPr txBox="1"/>
          <p:nvPr/>
        </p:nvSpPr>
        <p:spPr>
          <a:xfrm>
            <a:off x="6227852" y="1553739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55FB4C0F-EA74-5476-02EC-F1F9173F6C05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8C2A0D2C-577B-9EF4-6CBC-F9695F9D6CC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5269F11-D1F1-7210-D422-AE641E56B878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DABCBCC-B8B1-5CB2-C7CF-8B3310289710}"/>
              </a:ext>
            </a:extLst>
          </p:cNvPr>
          <p:cNvGrpSpPr/>
          <p:nvPr/>
        </p:nvGrpSpPr>
        <p:grpSpPr>
          <a:xfrm>
            <a:off x="7300213" y="2811438"/>
            <a:ext cx="470691" cy="434627"/>
            <a:chOff x="7468333" y="2096909"/>
            <a:chExt cx="559205" cy="5827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632903B-F2E1-CFE5-2166-B2B2E9E357B7}"/>
                </a:ext>
              </a:extLst>
            </p:cNvPr>
            <p:cNvSpPr/>
            <p:nvPr/>
          </p:nvSpPr>
          <p:spPr>
            <a:xfrm>
              <a:off x="7468333" y="2096909"/>
              <a:ext cx="559205" cy="58279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F4DE9E8-1A5E-DC12-0B76-DFC4B3DF2999}"/>
                </a:ext>
              </a:extLst>
            </p:cNvPr>
            <p:cNvSpPr txBox="1"/>
            <p:nvPr/>
          </p:nvSpPr>
          <p:spPr>
            <a:xfrm>
              <a:off x="7605106" y="2227351"/>
              <a:ext cx="2856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D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B8498502-7C83-7689-F1D6-A25A5055AB18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76F14A-F6B3-EB35-CD9E-69BD9FA05B15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2C0EDFD-665E-0568-27EE-292F8298D428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942364" y="1950896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15E3B0E-D539-A252-E7AC-B9F3318F5088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6355672" y="1950896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349D83E-C1F6-A696-CC36-7105D930D33F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>
            <a:off x="6356350" y="1950896"/>
            <a:ext cx="1179209" cy="8605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511CD383-EB3D-C47D-29FB-0D7350016DCB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7D84938F-6D1C-86A1-4BD9-AB134DA87AB2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49958831-E2A2-35F8-8BD2-9C5AEEAA5A6E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8E8F3000-2456-675D-E49C-BDFD33747B51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99126BE4-169C-25AD-B8FA-E9B9AA5EC316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D114E3A-3121-C31F-750F-4BE23C0176E3}"/>
              </a:ext>
            </a:extLst>
          </p:cNvPr>
          <p:cNvCxnSpPr>
            <a:cxnSpLocks/>
            <a:stCxn id="96" idx="2"/>
            <a:endCxn id="11" idx="4"/>
          </p:cNvCxnSpPr>
          <p:nvPr/>
        </p:nvCxnSpPr>
        <p:spPr>
          <a:xfrm flipH="1" flipV="1">
            <a:off x="4942364" y="3307722"/>
            <a:ext cx="1165876" cy="9407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36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99725-6EC1-4B6E-2C8A-F45AE607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7C3D2AF-8566-C83D-A88C-B9E26CCDE111}"/>
              </a:ext>
            </a:extLst>
          </p:cNvPr>
          <p:cNvSpPr/>
          <p:nvPr/>
        </p:nvSpPr>
        <p:spPr>
          <a:xfrm>
            <a:off x="6096000" y="1418192"/>
            <a:ext cx="520699" cy="532704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26C06A-03E8-8CB0-DCF4-16890F51E3FF}"/>
              </a:ext>
            </a:extLst>
          </p:cNvPr>
          <p:cNvSpPr txBox="1"/>
          <p:nvPr/>
        </p:nvSpPr>
        <p:spPr>
          <a:xfrm>
            <a:off x="6227852" y="1553739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</a:t>
            </a:r>
            <a:endParaRPr lang="zh-CN" altLang="en-US" sz="1100" b="1" dirty="0"/>
          </a:p>
        </p:txBody>
      </p: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E554074F-2B66-D599-ED05-B6625FD5CAAC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B5EDD97-5759-2168-2663-C0A2E303D08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C2C69B5-6339-C222-CA61-2EE7197393D4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097B6243-25B2-7EFB-E48F-DFF8CE2CEEEA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3C5EE6-3031-BE09-5F84-341BBB45DCE5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8386F2D-4A9D-A31F-CE07-FAEDCC17B1E4}"/>
              </a:ext>
            </a:extLst>
          </p:cNvPr>
          <p:cNvCxnSpPr>
            <a:cxnSpLocks/>
            <a:stCxn id="4" idx="4"/>
            <a:endCxn id="11" idx="0"/>
          </p:cNvCxnSpPr>
          <p:nvPr/>
        </p:nvCxnSpPr>
        <p:spPr>
          <a:xfrm flipH="1">
            <a:off x="4942364" y="1950896"/>
            <a:ext cx="1413986" cy="7988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0FE497C-6421-7FB1-07C9-729D2F4520BF}"/>
              </a:ext>
            </a:extLst>
          </p:cNvPr>
          <p:cNvCxnSpPr>
            <a:cxnSpLocks/>
            <a:stCxn id="4" idx="4"/>
            <a:endCxn id="6" idx="0"/>
          </p:cNvCxnSpPr>
          <p:nvPr/>
        </p:nvCxnSpPr>
        <p:spPr>
          <a:xfrm flipH="1">
            <a:off x="6355672" y="1950896"/>
            <a:ext cx="678" cy="82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A0734D6-45EE-B879-A8BD-62E30F3E707D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9B088AB4-0E9B-3112-B9F8-636CB8535B04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B083ABE8-CEF4-BB86-17D7-974E0E4A9BCC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7A2CDB2B-01C4-E586-1EF2-30F184D0F517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819AF3DD-DAD5-FAEB-BFD8-A0E95DA4A9F6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0448E138-4B24-098B-8E35-A35D30FCCBB9}"/>
              </a:ext>
            </a:extLst>
          </p:cNvPr>
          <p:cNvCxnSpPr>
            <a:cxnSpLocks/>
            <a:stCxn id="96" idx="2"/>
            <a:endCxn id="11" idx="4"/>
          </p:cNvCxnSpPr>
          <p:nvPr/>
        </p:nvCxnSpPr>
        <p:spPr>
          <a:xfrm flipH="1" flipV="1">
            <a:off x="4942364" y="3307722"/>
            <a:ext cx="1165876" cy="9407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641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0B58-39A9-D7EE-21BF-A1C043D4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B7FB354D-1168-E2D7-1CB0-B01C343165D8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B36E3E1-975B-FD09-A2D6-29DF42D91897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5369C46-FF9A-F4C5-E5A3-E970D9F55B72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CDB91DD-04AD-5BC2-B113-0A3B13B52FB6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5DBA8-ADB5-6966-27E4-19B369A18797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6955EB32-7479-A569-9C20-B48A50E9F3E5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C3D26B53-47F1-E1C4-8A01-5B84AA1F394F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088E5F6C-CF6D-62DE-1D0E-A27C4E0892DF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146A601-BE3F-0418-E5E6-64010AB16E36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4857812C-D6CC-F7CE-F91F-99A5B21E9C23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19137A3A-C1B7-0A42-3126-77E4D8DF7CAE}"/>
              </a:ext>
            </a:extLst>
          </p:cNvPr>
          <p:cNvCxnSpPr>
            <a:cxnSpLocks/>
            <a:stCxn id="96" idx="2"/>
            <a:endCxn id="11" idx="4"/>
          </p:cNvCxnSpPr>
          <p:nvPr/>
        </p:nvCxnSpPr>
        <p:spPr>
          <a:xfrm flipH="1" flipV="1">
            <a:off x="4942364" y="3307722"/>
            <a:ext cx="1165876" cy="9407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147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82D1-B473-85A5-9370-1993E427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11006574-3ACF-22B2-C1B3-865B2C726223}"/>
              </a:ext>
            </a:extLst>
          </p:cNvPr>
          <p:cNvGrpSpPr/>
          <p:nvPr/>
        </p:nvGrpSpPr>
        <p:grpSpPr>
          <a:xfrm>
            <a:off x="6074805" y="2775016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1DF4DC56-5C5C-86CC-6DDD-D4123D314C34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3E1102A-FD1B-CC68-3B7A-2EBC3C8F8C2F}"/>
                </a:ext>
              </a:extLst>
            </p:cNvPr>
            <p:cNvSpPr txBox="1"/>
            <p:nvPr/>
          </p:nvSpPr>
          <p:spPr>
            <a:xfrm>
              <a:off x="6539954" y="2324050"/>
              <a:ext cx="2728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C</a:t>
              </a:r>
              <a:endParaRPr lang="zh-CN" altLang="en-US" sz="1100" b="1" dirty="0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C87AB26E-7A38-8961-ADD8-A133C3874FE6}"/>
              </a:ext>
            </a:extLst>
          </p:cNvPr>
          <p:cNvSpPr/>
          <p:nvPr/>
        </p:nvSpPr>
        <p:spPr>
          <a:xfrm>
            <a:off x="4677009" y="2749783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FE58ED-E86D-07BB-A053-F5C0EA017901}"/>
              </a:ext>
            </a:extLst>
          </p:cNvPr>
          <p:cNvSpPr txBox="1"/>
          <p:nvPr/>
        </p:nvSpPr>
        <p:spPr>
          <a:xfrm>
            <a:off x="4823490" y="2897947"/>
            <a:ext cx="2696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0C912A28-383D-F3E1-A588-23D98E869460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07719" y="3028752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0DD1FA4C-A450-B622-DA84-B952C05778B7}"/>
              </a:ext>
            </a:extLst>
          </p:cNvPr>
          <p:cNvGrpSpPr/>
          <p:nvPr/>
        </p:nvGrpSpPr>
        <p:grpSpPr>
          <a:xfrm>
            <a:off x="6108240" y="3982101"/>
            <a:ext cx="495741" cy="532707"/>
            <a:chOff x="5292197" y="3529451"/>
            <a:chExt cx="803803" cy="803803"/>
          </a:xfrm>
        </p:grpSpPr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7C49304E-75EB-15A7-C47D-CA7B5F1C94EA}"/>
                </a:ext>
              </a:extLst>
            </p:cNvPr>
            <p:cNvSpPr/>
            <p:nvPr/>
          </p:nvSpPr>
          <p:spPr>
            <a:xfrm>
              <a:off x="5292197" y="3529451"/>
              <a:ext cx="803803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F1DC907-04EA-381F-ABC3-5DC1499F5BC6}"/>
                </a:ext>
              </a:extLst>
            </p:cNvPr>
            <p:cNvSpPr txBox="1"/>
            <p:nvPr/>
          </p:nvSpPr>
          <p:spPr>
            <a:xfrm>
              <a:off x="5519304" y="3768147"/>
              <a:ext cx="25840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b="1" dirty="0"/>
                <a:t>E</a:t>
              </a:r>
              <a:endParaRPr lang="zh-CN" altLang="en-US" sz="1100" b="1" dirty="0"/>
            </a:p>
          </p:txBody>
        </p:sp>
      </p:grp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5A02D8EC-5D09-D669-F7ED-92D9CC192E52}"/>
              </a:ext>
            </a:extLst>
          </p:cNvPr>
          <p:cNvCxnSpPr>
            <a:cxnSpLocks/>
            <a:stCxn id="6" idx="4"/>
            <a:endCxn id="96" idx="0"/>
          </p:cNvCxnSpPr>
          <p:nvPr/>
        </p:nvCxnSpPr>
        <p:spPr>
          <a:xfrm>
            <a:off x="6355672" y="3282487"/>
            <a:ext cx="439" cy="6996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ABCEF394-68E7-B71B-454B-7EC50C2D70C3}"/>
              </a:ext>
            </a:extLst>
          </p:cNvPr>
          <p:cNvCxnSpPr>
            <a:cxnSpLocks/>
            <a:stCxn id="96" idx="2"/>
            <a:endCxn id="11" idx="4"/>
          </p:cNvCxnSpPr>
          <p:nvPr/>
        </p:nvCxnSpPr>
        <p:spPr>
          <a:xfrm flipH="1" flipV="1">
            <a:off x="4942364" y="3307722"/>
            <a:ext cx="1165876" cy="94073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A395E758-BEB6-67C4-2DCC-5E923D17BF5F}"/>
              </a:ext>
            </a:extLst>
          </p:cNvPr>
          <p:cNvSpPr txBox="1"/>
          <p:nvPr/>
        </p:nvSpPr>
        <p:spPr>
          <a:xfrm>
            <a:off x="4651167" y="2398701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出度</a:t>
            </a:r>
            <a:r>
              <a:rPr lang="en-US" altLang="zh-CN" sz="1200" b="1" dirty="0"/>
              <a:t>:1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C18648-7462-E965-2C4F-51A84CA086C7}"/>
              </a:ext>
            </a:extLst>
          </p:cNvPr>
          <p:cNvSpPr txBox="1"/>
          <p:nvPr/>
        </p:nvSpPr>
        <p:spPr>
          <a:xfrm>
            <a:off x="6048535" y="2398701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出度</a:t>
            </a:r>
            <a:r>
              <a:rPr lang="en-US" altLang="zh-CN" sz="1200" b="1" dirty="0"/>
              <a:t>:1</a:t>
            </a:r>
            <a:endParaRPr lang="zh-CN" altLang="en-US" sz="12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093347-9171-17AA-D046-2331D9AB1E85}"/>
              </a:ext>
            </a:extLst>
          </p:cNvPr>
          <p:cNvSpPr txBox="1"/>
          <p:nvPr/>
        </p:nvSpPr>
        <p:spPr>
          <a:xfrm>
            <a:off x="6048534" y="4611847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出度</a:t>
            </a:r>
            <a:r>
              <a:rPr lang="en-US" altLang="zh-CN" sz="1200" b="1" dirty="0"/>
              <a:t>:1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864137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1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3" grpId="0"/>
      <p:bldP spid="8" grpId="0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BDFA-4820-92D0-2725-04C0F7AC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062D756F-BD06-A07F-4800-379636022E41}"/>
              </a:ext>
            </a:extLst>
          </p:cNvPr>
          <p:cNvGrpSpPr/>
          <p:nvPr/>
        </p:nvGrpSpPr>
        <p:grpSpPr>
          <a:xfrm>
            <a:off x="6112905" y="1863791"/>
            <a:ext cx="561733" cy="507471"/>
            <a:chOff x="6115050" y="2122308"/>
            <a:chExt cx="1255445" cy="80380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6436752-1442-E7F9-34BF-8F0EBCF54F1A}"/>
                </a:ext>
              </a:extLst>
            </p:cNvPr>
            <p:cNvSpPr/>
            <p:nvPr/>
          </p:nvSpPr>
          <p:spPr>
            <a:xfrm>
              <a:off x="6115050" y="2122308"/>
              <a:ext cx="1255445" cy="803803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ABC0EC6-F321-DC62-34DF-8FC11E59AA81}"/>
                </a:ext>
              </a:extLst>
            </p:cNvPr>
            <p:cNvSpPr txBox="1"/>
            <p:nvPr/>
          </p:nvSpPr>
          <p:spPr>
            <a:xfrm>
              <a:off x="6539954" y="2324050"/>
              <a:ext cx="272834" cy="414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solidFill>
                    <a:schemeClr val="accent1"/>
                  </a:solidFill>
                </a:rPr>
                <a:t>B</a:t>
              </a:r>
              <a:endParaRPr lang="zh-CN" altLang="en-US" sz="1100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D771A79C-89A4-F7AC-BF49-5332A3A5DF9E}"/>
              </a:ext>
            </a:extLst>
          </p:cNvPr>
          <p:cNvSpPr/>
          <p:nvPr/>
        </p:nvSpPr>
        <p:spPr>
          <a:xfrm>
            <a:off x="4715109" y="1838558"/>
            <a:ext cx="530710" cy="557939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1BA4F-9BCE-ADDC-048C-DC842F54195A}"/>
              </a:ext>
            </a:extLst>
          </p:cNvPr>
          <p:cNvSpPr txBox="1"/>
          <p:nvPr/>
        </p:nvSpPr>
        <p:spPr>
          <a:xfrm>
            <a:off x="4861590" y="1986722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>
                <a:solidFill>
                  <a:schemeClr val="accent2"/>
                </a:solidFill>
              </a:rPr>
              <a:t>A</a:t>
            </a:r>
            <a:endParaRPr lang="zh-CN" altLang="en-US" sz="1100" b="1" dirty="0">
              <a:solidFill>
                <a:schemeClr val="accent2"/>
              </a:solidFill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4D4BB85B-9718-8302-668E-51112C2F534B}"/>
              </a:ext>
            </a:extLst>
          </p:cNvPr>
          <p:cNvCxnSpPr>
            <a:cxnSpLocks/>
            <a:stCxn id="11" idx="6"/>
            <a:endCxn id="6" idx="2"/>
          </p:cNvCxnSpPr>
          <p:nvPr/>
        </p:nvCxnSpPr>
        <p:spPr>
          <a:xfrm flipV="1">
            <a:off x="5245819" y="2117527"/>
            <a:ext cx="86708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A831F2-724E-839A-8C1B-84D48C29505B}"/>
              </a:ext>
            </a:extLst>
          </p:cNvPr>
          <p:cNvSpPr txBox="1"/>
          <p:nvPr/>
        </p:nvSpPr>
        <p:spPr>
          <a:xfrm>
            <a:off x="4861590" y="1333058"/>
            <a:ext cx="1494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通过</a:t>
            </a:r>
            <a:r>
              <a:rPr lang="en-US" altLang="zh-CN" sz="1200" b="1" dirty="0">
                <a:solidFill>
                  <a:schemeClr val="accent1"/>
                </a:solidFill>
              </a:rPr>
              <a:t>B</a:t>
            </a:r>
            <a:r>
              <a:rPr lang="zh-CN" altLang="en-US" sz="1200" b="1" dirty="0"/>
              <a:t>找</a:t>
            </a:r>
            <a:r>
              <a:rPr lang="en-US" altLang="zh-CN" sz="1200" b="1" dirty="0">
                <a:solidFill>
                  <a:schemeClr val="accent2"/>
                </a:solidFill>
              </a:rPr>
              <a:t>A</a:t>
            </a:r>
            <a:r>
              <a:rPr lang="en-US" altLang="zh-CN" sz="1200" b="1" dirty="0"/>
              <a:t>:</a:t>
            </a:r>
            <a:r>
              <a:rPr lang="zh-CN" altLang="en-US" sz="1200" b="1" dirty="0">
                <a:solidFill>
                  <a:srgbClr val="FF0000"/>
                </a:solidFill>
              </a:rPr>
              <a:t>比较困难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4BFCDF-CCCE-48AB-31C9-AF865DE82050}"/>
              </a:ext>
            </a:extLst>
          </p:cNvPr>
          <p:cNvSpPr txBox="1"/>
          <p:nvPr/>
        </p:nvSpPr>
        <p:spPr>
          <a:xfrm>
            <a:off x="4836022" y="2675466"/>
            <a:ext cx="1994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通过</a:t>
            </a:r>
            <a:r>
              <a:rPr lang="en-US" altLang="zh-CN" sz="1200" b="1" dirty="0">
                <a:solidFill>
                  <a:schemeClr val="accent2"/>
                </a:solidFill>
              </a:rPr>
              <a:t>A</a:t>
            </a:r>
            <a:r>
              <a:rPr lang="zh-CN" altLang="en-US" sz="1200" b="1" dirty="0"/>
              <a:t>找</a:t>
            </a:r>
            <a:r>
              <a:rPr lang="en-US" altLang="zh-CN" sz="1200" b="1" dirty="0">
                <a:solidFill>
                  <a:schemeClr val="accent1"/>
                </a:solidFill>
              </a:rPr>
              <a:t>B</a:t>
            </a:r>
            <a:r>
              <a:rPr lang="en-US" altLang="zh-CN" sz="1200" b="1" dirty="0"/>
              <a:t>:</a:t>
            </a:r>
            <a:r>
              <a:rPr lang="en-US" altLang="zh-CN" sz="1200" b="1" dirty="0">
                <a:solidFill>
                  <a:schemeClr val="accent6"/>
                </a:solidFill>
              </a:rPr>
              <a:t>edges[A][0]</a:t>
            </a:r>
            <a:r>
              <a:rPr lang="zh-CN" altLang="en-US" sz="1200" b="1" dirty="0">
                <a:solidFill>
                  <a:schemeClr val="accent6"/>
                </a:solidFill>
              </a:rPr>
              <a:t>即可</a:t>
            </a:r>
          </a:p>
        </p:txBody>
      </p:sp>
    </p:spTree>
    <p:extLst>
      <p:ext uri="{BB962C8B-B14F-4D97-AF65-F5344CB8AC3E}">
        <p14:creationId xmlns:p14="http://schemas.microsoft.com/office/powerpoint/2010/main" val="2214277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repeatCount="5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4" grpId="0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8755-F3AE-098A-B941-8C27E997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BD6317CD-0C90-BFF4-7214-B5C647B3B460}"/>
              </a:ext>
            </a:extLst>
          </p:cNvPr>
          <p:cNvSpPr txBox="1"/>
          <p:nvPr/>
        </p:nvSpPr>
        <p:spPr>
          <a:xfrm>
            <a:off x="4345672" y="1593750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拓扑排序算法流程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F66945-243D-049C-4FD9-C89E9E432117}"/>
                  </a:ext>
                </a:extLst>
              </p:cNvPr>
              <p:cNvSpPr txBox="1"/>
              <p:nvPr/>
            </p:nvSpPr>
            <p:spPr>
              <a:xfrm>
                <a:off x="4383740" y="2043498"/>
                <a:ext cx="313650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1.</a:t>
                </a:r>
                <a:r>
                  <a:rPr lang="zh-CN" altLang="en-US" sz="1100" b="1" dirty="0"/>
                  <a:t>初始化队列与答案序列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𝒒𝒖𝒆𝒖𝒆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(),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𝒂𝒏𝒔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=[]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B3F66945-243D-049C-4FD9-C89E9E432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40" y="2043498"/>
                <a:ext cx="3136500" cy="261610"/>
              </a:xfrm>
              <a:prstGeom prst="rect">
                <a:avLst/>
              </a:prstGeom>
              <a:blipFill>
                <a:blip r:embed="rId2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3F564B-6D39-C3DB-AE95-9BA04B77F30B}"/>
                  </a:ext>
                </a:extLst>
              </p:cNvPr>
              <p:cNvSpPr txBox="1"/>
              <p:nvPr/>
            </p:nvSpPr>
            <p:spPr>
              <a:xfrm>
                <a:off x="4383740" y="2326559"/>
                <a:ext cx="156485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100" b="1" dirty="0"/>
                  <a:t>2.</a:t>
                </a:r>
                <a:r>
                  <a:rPr lang="zh-CN" altLang="en-US" sz="1100" b="1" dirty="0"/>
                  <a:t>寻找入度为</a:t>
                </a:r>
                <a:r>
                  <a:rPr lang="en-US" altLang="zh-CN" sz="1100" b="1" dirty="0"/>
                  <a:t>0</a:t>
                </a:r>
                <a:r>
                  <a:rPr lang="zh-CN" altLang="en-US" sz="1100" b="1" dirty="0"/>
                  <a:t>的节点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3F564B-6D39-C3DB-AE95-9BA04B77F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40" y="2326559"/>
                <a:ext cx="1564852" cy="261610"/>
              </a:xfrm>
              <a:prstGeom prst="rect">
                <a:avLst/>
              </a:prstGeom>
              <a:blipFill>
                <a:blip r:embed="rId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9A1B6B40-AAB0-0B18-B376-BF9314C4361B}"/>
              </a:ext>
            </a:extLst>
          </p:cNvPr>
          <p:cNvSpPr/>
          <p:nvPr/>
        </p:nvSpPr>
        <p:spPr>
          <a:xfrm>
            <a:off x="4261909" y="1897279"/>
            <a:ext cx="3914775" cy="2932954"/>
          </a:xfrm>
          <a:prstGeom prst="roundRect">
            <a:avLst/>
          </a:prstGeom>
          <a:noFill/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3427ED-A33C-9CB5-072B-C1F9285556DF}"/>
                  </a:ext>
                </a:extLst>
              </p:cNvPr>
              <p:cNvSpPr txBox="1"/>
              <p:nvPr/>
            </p:nvSpPr>
            <p:spPr>
              <a:xfrm>
                <a:off x="4383741" y="2588169"/>
                <a:ext cx="218222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3.</a:t>
                </a:r>
                <a:r>
                  <a:rPr lang="zh-CN" altLang="en-US" sz="1100" b="1" dirty="0"/>
                  <a:t>起点入队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𝐪</m:t>
                    </m:r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𝐩𝐮𝐬𝐡</m:t>
                    </m:r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13427ED-A33C-9CB5-072B-C1F928555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41" y="2588169"/>
                <a:ext cx="2182221" cy="261610"/>
              </a:xfrm>
              <a:prstGeom prst="rect">
                <a:avLst/>
              </a:prstGeom>
              <a:blipFill>
                <a:blip r:embed="rId4"/>
                <a:stretch>
                  <a:fillRect t="-2381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0CD3EC8-C514-DE52-95A9-DCCC1654A7CC}"/>
                  </a:ext>
                </a:extLst>
              </p:cNvPr>
              <p:cNvSpPr txBox="1"/>
              <p:nvPr/>
            </p:nvSpPr>
            <p:spPr>
              <a:xfrm>
                <a:off x="4383740" y="2902485"/>
                <a:ext cx="218222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</a:t>
                </a:r>
                <a:r>
                  <a:rPr lang="zh-CN" altLang="en-US" sz="1100" b="1" dirty="0"/>
                  <a:t>循环以下操作，直到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1100" b="1" dirty="0"/>
                  <a:t>为空：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0CD3EC8-C514-DE52-95A9-DCCC1654A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740" y="2902485"/>
                <a:ext cx="2182222" cy="261610"/>
              </a:xfrm>
              <a:prstGeom prst="rect">
                <a:avLst/>
              </a:prstGeom>
              <a:blipFill>
                <a:blip r:embed="rId5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E46D0D-D98F-4253-2058-0559F23570AD}"/>
                  </a:ext>
                </a:extLst>
              </p:cNvPr>
              <p:cNvSpPr txBox="1"/>
              <p:nvPr/>
            </p:nvSpPr>
            <p:spPr>
              <a:xfrm>
                <a:off x="4748864" y="3189850"/>
                <a:ext cx="27918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4.1. </a:t>
                </a:r>
                <a:r>
                  <a:rPr lang="zh-CN" altLang="en-US" sz="1100" b="1" dirty="0"/>
                  <a:t>取队头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𝒑𝒐𝒑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EE46D0D-D98F-4253-2058-0559F2357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864" y="3189850"/>
                <a:ext cx="2791823" cy="261610"/>
              </a:xfrm>
              <a:prstGeom prst="rect">
                <a:avLst/>
              </a:prstGeom>
              <a:blipFill>
                <a:blip r:embed="rId6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CE7CD7-4B7A-98BD-8BED-C13A40ED6CBD}"/>
                  </a:ext>
                </a:extLst>
              </p:cNvPr>
              <p:cNvSpPr txBox="1"/>
              <p:nvPr/>
            </p:nvSpPr>
            <p:spPr>
              <a:xfrm>
                <a:off x="4752207" y="3715198"/>
                <a:ext cx="239277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4.3. </a:t>
                </a:r>
                <a:r>
                  <a:rPr lang="zh-CN" altLang="en-US" sz="1100" b="1" dirty="0"/>
                  <a:t>遍历可达点</a:t>
                </a:r>
                <a:r>
                  <a:rPr lang="en-US" altLang="zh-CN" sz="1100" b="1" dirty="0"/>
                  <a:t>: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en-US" altLang="zh-CN" sz="1100" b="1" i="1" dirty="0">
                        <a:latin typeface="Cambria Math" panose="02040503050406030204" pitchFamily="18" charset="0"/>
                      </a:rPr>
                      <m:t>𝒏𝒆𝒊𝒈𝒉𝒃𝒐𝒓</m:t>
                    </m:r>
                    <m:d>
                      <m:dPr>
                        <m:ctrlPr>
                          <a:rPr lang="en-US" altLang="zh-CN" sz="11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100" b="1" i="1" dirty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1CE7CD7-4B7A-98BD-8BED-C13A40ED6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2207" y="3715198"/>
                <a:ext cx="2392770" cy="261610"/>
              </a:xfrm>
              <a:prstGeom prst="rect">
                <a:avLst/>
              </a:prstGeom>
              <a:blipFill>
                <a:blip r:embed="rId7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242273-8158-3215-85E9-6C660A5BA13C}"/>
                  </a:ext>
                </a:extLst>
              </p:cNvPr>
              <p:cNvSpPr txBox="1"/>
              <p:nvPr/>
            </p:nvSpPr>
            <p:spPr>
              <a:xfrm>
                <a:off x="5171307" y="3992222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4.3.1.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1100" b="1" dirty="0"/>
                  <a:t>的入度减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𝒅𝒆𝒈𝒓𝒆𝒆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] −= 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242273-8158-3215-85E9-6C660A5BA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307" y="3992222"/>
                <a:ext cx="3344273" cy="261610"/>
              </a:xfrm>
              <a:prstGeom prst="rect">
                <a:avLst/>
              </a:prstGeom>
              <a:blipFill>
                <a:blip r:embed="rId8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B41052-9E6F-D722-89C2-8B1EA1DE0A84}"/>
                  </a:ext>
                </a:extLst>
              </p:cNvPr>
              <p:cNvSpPr txBox="1"/>
              <p:nvPr/>
            </p:nvSpPr>
            <p:spPr>
              <a:xfrm>
                <a:off x="5171306" y="4269246"/>
                <a:ext cx="334427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4.3.2. </a:t>
                </a:r>
                <a:r>
                  <a:rPr lang="zh-CN" altLang="en-US" sz="1100" b="1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𝒅𝒆𝒈𝒓𝒆𝒆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11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==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1100" b="1" dirty="0"/>
                  <a:t>: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C1B41052-9E6F-D722-89C2-8B1EA1DE0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306" y="4269246"/>
                <a:ext cx="3344273" cy="261610"/>
              </a:xfrm>
              <a:prstGeom prst="rect">
                <a:avLst/>
              </a:prstGeom>
              <a:blipFill>
                <a:blip r:embed="rId9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5B96F8C-0D22-C6F2-F795-3947924A8C47}"/>
                  </a:ext>
                </a:extLst>
              </p:cNvPr>
              <p:cNvSpPr txBox="1"/>
              <p:nvPr/>
            </p:nvSpPr>
            <p:spPr>
              <a:xfrm>
                <a:off x="5522385" y="4517570"/>
                <a:ext cx="17400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00" b="1" dirty="0"/>
                  <a:t>4.3.2.1 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zh-CN" altLang="en-US" sz="1100" b="1" dirty="0"/>
                  <a:t>入队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11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100" b="1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5B96F8C-0D22-C6F2-F795-3947924A8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385" y="4517570"/>
                <a:ext cx="1740068" cy="261610"/>
              </a:xfrm>
              <a:prstGeom prst="rect">
                <a:avLst/>
              </a:prstGeom>
              <a:blipFill>
                <a:blip r:embed="rId10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697EAEF-73B6-B832-F25C-FB736B34A2C2}"/>
                  </a:ext>
                </a:extLst>
              </p:cNvPr>
              <p:cNvSpPr txBox="1"/>
              <p:nvPr/>
            </p:nvSpPr>
            <p:spPr>
              <a:xfrm>
                <a:off x="4748864" y="3445881"/>
                <a:ext cx="279182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100" b="1" dirty="0"/>
                  <a:t> </a:t>
                </a:r>
                <a:r>
                  <a:rPr lang="en-US" altLang="zh-CN" sz="1100" b="1" dirty="0"/>
                  <a:t>4.2. </a:t>
                </a:r>
                <a:r>
                  <a:rPr lang="zh-CN" altLang="en-US" sz="1100" b="1" dirty="0"/>
                  <a:t>记录队头</a:t>
                </a:r>
                <a:r>
                  <a:rPr lang="en-US" altLang="zh-CN" sz="1100" b="1" dirty="0"/>
                  <a:t>:</a:t>
                </a:r>
                <a14:m>
                  <m:oMath xmlns:m="http://schemas.openxmlformats.org/officeDocument/2006/math"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𝒂𝒏𝒔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𝒑𝒖𝒔𝒉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altLang="zh-CN" sz="11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697EAEF-73B6-B832-F25C-FB736B34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8864" y="3445881"/>
                <a:ext cx="2791823" cy="261610"/>
              </a:xfrm>
              <a:prstGeom prst="rect">
                <a:avLst/>
              </a:prstGeom>
              <a:blipFill>
                <a:blip r:embed="rId11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806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397B1-D798-304D-6744-87EFBE57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55EABC-4B17-5DE6-65C3-4E91DBB2D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231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E6CB9-4E63-B970-218A-42036AA4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1A2DB6AF-7732-F276-4924-25B27D38EE76}"/>
              </a:ext>
            </a:extLst>
          </p:cNvPr>
          <p:cNvSpPr txBox="1"/>
          <p:nvPr/>
        </p:nvSpPr>
        <p:spPr>
          <a:xfrm>
            <a:off x="6172897" y="3780079"/>
            <a:ext cx="1633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往上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 –1  , y   +0    )</a:t>
            </a:r>
            <a:endParaRPr lang="zh-CN" altLang="en-US" sz="11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31C4040-79F8-2471-1B4F-455F0FDB6D97}"/>
              </a:ext>
            </a:extLst>
          </p:cNvPr>
          <p:cNvSpPr txBox="1"/>
          <p:nvPr/>
        </p:nvSpPr>
        <p:spPr>
          <a:xfrm>
            <a:off x="6172897" y="3238869"/>
            <a:ext cx="16337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往左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+0  , y    –1    )</a:t>
            </a:r>
            <a:endParaRPr lang="zh-CN" altLang="en-US" sz="11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3D04B23-8E45-7847-3349-36D1943059B8}"/>
              </a:ext>
            </a:extLst>
          </p:cNvPr>
          <p:cNvSpPr txBox="1"/>
          <p:nvPr/>
        </p:nvSpPr>
        <p:spPr>
          <a:xfrm>
            <a:off x="6172897" y="4046977"/>
            <a:ext cx="16225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往下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 +1  , y  +0    )</a:t>
            </a:r>
            <a:endParaRPr lang="zh-CN" altLang="en-US" sz="1100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03726DD-6896-E01C-F2A9-A24F453C5D7C}"/>
              </a:ext>
            </a:extLst>
          </p:cNvPr>
          <p:cNvSpPr txBox="1"/>
          <p:nvPr/>
        </p:nvSpPr>
        <p:spPr>
          <a:xfrm>
            <a:off x="6172897" y="3495184"/>
            <a:ext cx="16225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往右</a:t>
            </a:r>
            <a:r>
              <a:rPr lang="en-US" altLang="zh-CN" sz="1100" b="1" dirty="0"/>
              <a:t>:</a:t>
            </a:r>
            <a:r>
              <a:rPr lang="en-US" altLang="zh-CN" sz="1100" b="1" dirty="0">
                <a:sym typeface="Wingdings" panose="05000000000000000000" pitchFamily="2" charset="2"/>
              </a:rPr>
              <a:t>(x   +0  , y   +1    )</a:t>
            </a:r>
            <a:endParaRPr lang="zh-CN" altLang="en-US" sz="1100" b="1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293B827-91D0-5074-5B4C-BFE2A7E9CCE0}"/>
              </a:ext>
            </a:extLst>
          </p:cNvPr>
          <p:cNvSpPr/>
          <p:nvPr/>
        </p:nvSpPr>
        <p:spPr>
          <a:xfrm>
            <a:off x="6786159" y="3210983"/>
            <a:ext cx="237772" cy="1124526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                         </a:t>
            </a:r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3AD54E4-4672-E701-F201-F43CD20FA5BB}"/>
              </a:ext>
            </a:extLst>
          </p:cNvPr>
          <p:cNvSpPr/>
          <p:nvPr/>
        </p:nvSpPr>
        <p:spPr>
          <a:xfrm>
            <a:off x="7280628" y="3182314"/>
            <a:ext cx="237772" cy="1124526"/>
          </a:xfrm>
          <a:prstGeom prst="rect">
            <a:avLst/>
          </a:prstGeom>
          <a:noFill/>
          <a:ln>
            <a:solidFill>
              <a:schemeClr val="accent6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                            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A5763F8-4667-64D7-77EE-F87136E00477}"/>
                  </a:ext>
                </a:extLst>
              </p:cNvPr>
              <p:cNvSpPr txBox="1"/>
              <p:nvPr/>
            </p:nvSpPr>
            <p:spPr>
              <a:xfrm>
                <a:off x="6213113" y="2799040"/>
                <a:ext cx="14619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zh-CN" altLang="en-US" sz="1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3A5763F8-4667-64D7-77EE-F87136E00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113" y="2799040"/>
                <a:ext cx="1461920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C274ACA-2CCC-5D88-39BF-C61973D470B4}"/>
                  </a:ext>
                </a:extLst>
              </p:cNvPr>
              <p:cNvSpPr txBox="1"/>
              <p:nvPr/>
            </p:nvSpPr>
            <p:spPr>
              <a:xfrm>
                <a:off x="6213113" y="2559415"/>
                <a:ext cx="14619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=[−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000" b="1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0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C274ACA-2CCC-5D88-39BF-C61973D47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113" y="2559415"/>
                <a:ext cx="1461920" cy="246221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连接符: 曲线 62">
            <a:extLst>
              <a:ext uri="{FF2B5EF4-FFF2-40B4-BE49-F238E27FC236}">
                <a16:creationId xmlns:a16="http://schemas.microsoft.com/office/drawing/2014/main" id="{FF0D5C75-7DC2-D7F3-BD8F-E5FE0ABF0C6A}"/>
              </a:ext>
            </a:extLst>
          </p:cNvPr>
          <p:cNvCxnSpPr>
            <a:stCxn id="57" idx="0"/>
          </p:cNvCxnSpPr>
          <p:nvPr/>
        </p:nvCxnSpPr>
        <p:spPr>
          <a:xfrm rot="5400000" flipH="1" flipV="1">
            <a:off x="6881522" y="3031306"/>
            <a:ext cx="203200" cy="156155"/>
          </a:xfrm>
          <a:prstGeom prst="curvedConnector3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连接符: 曲线 63">
            <a:extLst>
              <a:ext uri="{FF2B5EF4-FFF2-40B4-BE49-F238E27FC236}">
                <a16:creationId xmlns:a16="http://schemas.microsoft.com/office/drawing/2014/main" id="{9CDA01AF-270A-002B-3961-CC8F6882C18C}"/>
              </a:ext>
            </a:extLst>
          </p:cNvPr>
          <p:cNvCxnSpPr>
            <a:cxnSpLocks/>
            <a:stCxn id="58" idx="0"/>
            <a:endCxn id="60" idx="3"/>
          </p:cNvCxnSpPr>
          <p:nvPr/>
        </p:nvCxnSpPr>
        <p:spPr>
          <a:xfrm rot="5400000" flipH="1" flipV="1">
            <a:off x="7287379" y="2794661"/>
            <a:ext cx="499788" cy="275519"/>
          </a:xfrm>
          <a:prstGeom prst="curvedConnector4">
            <a:avLst>
              <a:gd name="adj1" fmla="val 37684"/>
              <a:gd name="adj2" fmla="val 18297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33ADFB7-C2F4-039F-EA5C-F5556D9C7A3F}"/>
                  </a:ext>
                </a:extLst>
              </p:cNvPr>
              <p:cNvSpPr txBox="1"/>
              <p:nvPr/>
            </p:nvSpPr>
            <p:spPr>
              <a:xfrm>
                <a:off x="8026106" y="3238869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833ADFB7-C2F4-039F-EA5C-F5556D9C7A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3238869"/>
                <a:ext cx="1724639" cy="261610"/>
              </a:xfrm>
              <a:prstGeom prst="rect">
                <a:avLst/>
              </a:prstGeom>
              <a:blipFill>
                <a:blip r:embed="rId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CABD503-8830-8518-5930-D6E6072E5D38}"/>
                  </a:ext>
                </a:extLst>
              </p:cNvPr>
              <p:cNvSpPr txBox="1"/>
              <p:nvPr/>
            </p:nvSpPr>
            <p:spPr>
              <a:xfrm>
                <a:off x="8026106" y="3495184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CABD503-8830-8518-5930-D6E6072E5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3495184"/>
                <a:ext cx="1724639" cy="261610"/>
              </a:xfrm>
              <a:prstGeom prst="rect">
                <a:avLst/>
              </a:prstGeom>
              <a:blipFill>
                <a:blip r:embed="rId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DD3A38A-099B-3E19-29FF-4C17708A35A6}"/>
                  </a:ext>
                </a:extLst>
              </p:cNvPr>
              <p:cNvSpPr txBox="1"/>
              <p:nvPr/>
            </p:nvSpPr>
            <p:spPr>
              <a:xfrm>
                <a:off x="8026106" y="3791147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1DD3A38A-099B-3E19-29FF-4C17708A3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3791147"/>
                <a:ext cx="1724639" cy="261610"/>
              </a:xfrm>
              <a:prstGeom prst="rect">
                <a:avLst/>
              </a:prstGeom>
              <a:blipFill>
                <a:blip r:embed="rId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144E6ED4-9632-636C-BD79-FF8B3CAD4117}"/>
                  </a:ext>
                </a:extLst>
              </p:cNvPr>
              <p:cNvSpPr txBox="1"/>
              <p:nvPr/>
            </p:nvSpPr>
            <p:spPr>
              <a:xfrm>
                <a:off x="8026106" y="4050063"/>
                <a:ext cx="172463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𝒅𝒙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𝒅𝒚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144E6ED4-9632-636C-BD79-FF8B3CAD4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106" y="4050063"/>
                <a:ext cx="1724639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D3DC0426-C7C0-6D50-6DA3-1EE490B069AE}"/>
              </a:ext>
            </a:extLst>
          </p:cNvPr>
          <p:cNvCxnSpPr>
            <a:cxnSpLocks/>
          </p:cNvCxnSpPr>
          <p:nvPr/>
        </p:nvCxnSpPr>
        <p:spPr>
          <a:xfrm>
            <a:off x="7770284" y="3619502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FCB9F07B-799C-E976-FB75-C2FE689ADC91}"/>
              </a:ext>
            </a:extLst>
          </p:cNvPr>
          <p:cNvCxnSpPr>
            <a:cxnSpLocks/>
          </p:cNvCxnSpPr>
          <p:nvPr/>
        </p:nvCxnSpPr>
        <p:spPr>
          <a:xfrm flipH="1">
            <a:off x="7770284" y="3683140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1E9A9880-B50C-9A14-AAE3-DCB62F8409A2}"/>
              </a:ext>
            </a:extLst>
          </p:cNvPr>
          <p:cNvCxnSpPr>
            <a:cxnSpLocks/>
          </p:cNvCxnSpPr>
          <p:nvPr/>
        </p:nvCxnSpPr>
        <p:spPr>
          <a:xfrm>
            <a:off x="7770284" y="3367617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84D61D7-522F-E7FE-7A32-B751EC238857}"/>
              </a:ext>
            </a:extLst>
          </p:cNvPr>
          <p:cNvCxnSpPr>
            <a:cxnSpLocks/>
          </p:cNvCxnSpPr>
          <p:nvPr/>
        </p:nvCxnSpPr>
        <p:spPr>
          <a:xfrm flipH="1">
            <a:off x="7770284" y="3431255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963EC4A-1CBD-0D78-4DD9-13341DD3F5BB}"/>
              </a:ext>
            </a:extLst>
          </p:cNvPr>
          <p:cNvCxnSpPr>
            <a:cxnSpLocks/>
          </p:cNvCxnSpPr>
          <p:nvPr/>
        </p:nvCxnSpPr>
        <p:spPr>
          <a:xfrm>
            <a:off x="7770284" y="3901021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ED3DAF50-F7CC-8156-1F08-32EB17E03A80}"/>
              </a:ext>
            </a:extLst>
          </p:cNvPr>
          <p:cNvCxnSpPr>
            <a:cxnSpLocks/>
          </p:cNvCxnSpPr>
          <p:nvPr/>
        </p:nvCxnSpPr>
        <p:spPr>
          <a:xfrm flipH="1">
            <a:off x="7770284" y="3964659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D36C0FC7-CD6C-9128-62BA-1A261C3C6404}"/>
              </a:ext>
            </a:extLst>
          </p:cNvPr>
          <p:cNvCxnSpPr>
            <a:cxnSpLocks/>
          </p:cNvCxnSpPr>
          <p:nvPr/>
        </p:nvCxnSpPr>
        <p:spPr>
          <a:xfrm>
            <a:off x="7770284" y="4161372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D7E0D99C-3F3C-6D23-DB00-B1E5C94E3E7A}"/>
              </a:ext>
            </a:extLst>
          </p:cNvPr>
          <p:cNvCxnSpPr>
            <a:cxnSpLocks/>
          </p:cNvCxnSpPr>
          <p:nvPr/>
        </p:nvCxnSpPr>
        <p:spPr>
          <a:xfrm flipH="1">
            <a:off x="7770284" y="4225010"/>
            <a:ext cx="28363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887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57E1-848C-EF7A-80A2-2882C104C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文本框 76">
            <a:extLst>
              <a:ext uri="{FF2B5EF4-FFF2-40B4-BE49-F238E27FC236}">
                <a16:creationId xmlns:a16="http://schemas.microsoft.com/office/drawing/2014/main" id="{641AEA04-D56B-5AAA-F13B-25A66DBA2D42}"/>
              </a:ext>
            </a:extLst>
          </p:cNvPr>
          <p:cNvSpPr txBox="1"/>
          <p:nvPr/>
        </p:nvSpPr>
        <p:spPr>
          <a:xfrm>
            <a:off x="3026707" y="1072903"/>
            <a:ext cx="487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3 3</a:t>
            </a:r>
          </a:p>
          <a:p>
            <a:r>
              <a:rPr lang="en-US" altLang="zh-CN" sz="1000" b="1" dirty="0"/>
              <a:t>2 1 1</a:t>
            </a:r>
          </a:p>
          <a:p>
            <a:r>
              <a:rPr lang="en-US" altLang="zh-CN" sz="1000" b="1" dirty="0"/>
              <a:t>1 1 0</a:t>
            </a:r>
          </a:p>
          <a:p>
            <a:r>
              <a:rPr lang="en-US" altLang="zh-CN" sz="1000" b="1" dirty="0"/>
              <a:t>0 1 1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C7969BE-EE79-E6F7-E547-0DC5E313DE4A}"/>
              </a:ext>
            </a:extLst>
          </p:cNvPr>
          <p:cNvGrpSpPr/>
          <p:nvPr/>
        </p:nvGrpSpPr>
        <p:grpSpPr>
          <a:xfrm>
            <a:off x="4389876" y="918827"/>
            <a:ext cx="338242" cy="349056"/>
            <a:chOff x="4383526" y="2811127"/>
            <a:chExt cx="338242" cy="349056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46FF83C-8AB0-AB2A-65AE-329F847646DC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82FCF912-5A3F-40EB-075F-34372978594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6E35A17-FBDB-C831-8E4C-E6EAB8C5A90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4EFA9D6-7643-2303-DADF-18296E86514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94EFA9D6-7643-2303-DADF-18296E8651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40BEF7D2-3890-A61D-5020-04D9E6A353CD}"/>
              </a:ext>
            </a:extLst>
          </p:cNvPr>
          <p:cNvGrpSpPr/>
          <p:nvPr/>
        </p:nvGrpSpPr>
        <p:grpSpPr>
          <a:xfrm>
            <a:off x="4716190" y="918827"/>
            <a:ext cx="338242" cy="349056"/>
            <a:chOff x="4383526" y="2811127"/>
            <a:chExt cx="338242" cy="349056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7B70C04B-126F-19AC-1F79-B0363F34AC84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F833B5BA-1D34-6406-D190-80D31FDC453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81F8C907-41AF-4CA3-1495-815E26F8770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F11044F-9667-BD17-0333-A392F67D555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B712C11A-29D8-F70A-3200-E43C8CF56E19}"/>
              </a:ext>
            </a:extLst>
          </p:cNvPr>
          <p:cNvGrpSpPr/>
          <p:nvPr/>
        </p:nvGrpSpPr>
        <p:grpSpPr>
          <a:xfrm>
            <a:off x="5050771" y="918827"/>
            <a:ext cx="338242" cy="349056"/>
            <a:chOff x="4383526" y="2811127"/>
            <a:chExt cx="338242" cy="349056"/>
          </a:xfrm>
        </p:grpSpPr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05A89723-27F9-C22A-8A14-514D58EBE95C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89" name="矩形: 圆角 88">
                <a:extLst>
                  <a:ext uri="{FF2B5EF4-FFF2-40B4-BE49-F238E27FC236}">
                    <a16:creationId xmlns:a16="http://schemas.microsoft.com/office/drawing/2014/main" id="{95D1015A-93A5-814E-4B85-CFD167EABDE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81732D1C-E2E3-C00F-A307-B339D8FC946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E3C77674-9371-7AB4-21B9-B28C3A57EF58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E3C77674-9371-7AB4-21B9-B28C3A57EF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CA58A035-CCAA-4CF8-0AE0-2B230478AAE5}"/>
              </a:ext>
            </a:extLst>
          </p:cNvPr>
          <p:cNvGrpSpPr/>
          <p:nvPr/>
        </p:nvGrpSpPr>
        <p:grpSpPr>
          <a:xfrm>
            <a:off x="4398143" y="1236357"/>
            <a:ext cx="338242" cy="349056"/>
            <a:chOff x="4383526" y="2811127"/>
            <a:chExt cx="338242" cy="349056"/>
          </a:xfrm>
        </p:grpSpPr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D63C4A96-4E9B-3CFA-562C-B7E8742FF2ED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28" name="矩形: 圆角 127">
                <a:extLst>
                  <a:ext uri="{FF2B5EF4-FFF2-40B4-BE49-F238E27FC236}">
                    <a16:creationId xmlns:a16="http://schemas.microsoft.com/office/drawing/2014/main" id="{920FEA2F-48F6-45EC-A8BC-13D82541D997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F2C135A9-88DE-F94C-340A-7FA7D7DF22D0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2AC36039-6291-78F3-FC85-DC07D3BF00E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14943835-4490-2236-3C90-C0D29D016A90}"/>
              </a:ext>
            </a:extLst>
          </p:cNvPr>
          <p:cNvGrpSpPr/>
          <p:nvPr/>
        </p:nvGrpSpPr>
        <p:grpSpPr>
          <a:xfrm>
            <a:off x="4724457" y="1236357"/>
            <a:ext cx="338242" cy="349056"/>
            <a:chOff x="4383526" y="2811127"/>
            <a:chExt cx="338242" cy="349056"/>
          </a:xfrm>
        </p:grpSpPr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007D7F6C-76BA-F01E-59B3-5D5785EDE34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36" name="矩形: 圆角 135">
                <a:extLst>
                  <a:ext uri="{FF2B5EF4-FFF2-40B4-BE49-F238E27FC236}">
                    <a16:creationId xmlns:a16="http://schemas.microsoft.com/office/drawing/2014/main" id="{594A3060-B012-BB7B-EBD2-5C4D54DBAC6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A6BE7E1E-8622-6BBD-3444-E130DA29166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71639216-62C5-597F-38BC-4EE898AA1FF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ED1C0E2-5017-ABC7-38B0-E2884E81E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组合 148">
            <a:extLst>
              <a:ext uri="{FF2B5EF4-FFF2-40B4-BE49-F238E27FC236}">
                <a16:creationId xmlns:a16="http://schemas.microsoft.com/office/drawing/2014/main" id="{6A98C7A2-4A73-7E54-7FED-773BCF13E97F}"/>
              </a:ext>
            </a:extLst>
          </p:cNvPr>
          <p:cNvGrpSpPr/>
          <p:nvPr/>
        </p:nvGrpSpPr>
        <p:grpSpPr>
          <a:xfrm>
            <a:off x="5059038" y="1236357"/>
            <a:ext cx="338242" cy="349056"/>
            <a:chOff x="4383526" y="2811127"/>
            <a:chExt cx="338242" cy="349056"/>
          </a:xfrm>
        </p:grpSpPr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3098C867-08D8-F366-3F94-1CD2C0D55AC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52" name="矩形: 圆角 151">
                <a:extLst>
                  <a:ext uri="{FF2B5EF4-FFF2-40B4-BE49-F238E27FC236}">
                    <a16:creationId xmlns:a16="http://schemas.microsoft.com/office/drawing/2014/main" id="{A5B89835-C7D3-7EAC-CE36-6F4B08AA912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6DC9045C-4FB4-648E-BAB9-9D1EC805ADB2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A2B4BE3F-6569-1DF1-ACE6-FAFF8984E9BB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EDFAD5C4-12DE-0A2E-CBAC-78DA01BE84BB}"/>
              </a:ext>
            </a:extLst>
          </p:cNvPr>
          <p:cNvGrpSpPr/>
          <p:nvPr/>
        </p:nvGrpSpPr>
        <p:grpSpPr>
          <a:xfrm>
            <a:off x="4394482" y="1553488"/>
            <a:ext cx="338242" cy="349056"/>
            <a:chOff x="4383526" y="2811127"/>
            <a:chExt cx="338242" cy="349056"/>
          </a:xfrm>
        </p:grpSpPr>
        <p:grpSp>
          <p:nvGrpSpPr>
            <p:cNvPr id="165" name="组合 164">
              <a:extLst>
                <a:ext uri="{FF2B5EF4-FFF2-40B4-BE49-F238E27FC236}">
                  <a16:creationId xmlns:a16="http://schemas.microsoft.com/office/drawing/2014/main" id="{AB3C7FDA-35C9-614D-48DE-FBDF47183E6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67" name="矩形: 圆角 166">
                <a:extLst>
                  <a:ext uri="{FF2B5EF4-FFF2-40B4-BE49-F238E27FC236}">
                    <a16:creationId xmlns:a16="http://schemas.microsoft.com/office/drawing/2014/main" id="{41547099-675A-C3DE-D6B9-509AA66D7F6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BC68E2C6-31B6-56B6-4362-81941286DBA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20D61174-6BF8-365D-D912-D49D396A8EF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FCEDC7A2-49CC-BA7F-B37A-A3A4A063548F}"/>
              </a:ext>
            </a:extLst>
          </p:cNvPr>
          <p:cNvGrpSpPr/>
          <p:nvPr/>
        </p:nvGrpSpPr>
        <p:grpSpPr>
          <a:xfrm>
            <a:off x="4720796" y="1553488"/>
            <a:ext cx="338242" cy="349056"/>
            <a:chOff x="4383526" y="2811127"/>
            <a:chExt cx="338242" cy="349056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8A14D9BF-D4B2-CF08-AB1F-01936676D20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72" name="矩形: 圆角 171">
                <a:extLst>
                  <a:ext uri="{FF2B5EF4-FFF2-40B4-BE49-F238E27FC236}">
                    <a16:creationId xmlns:a16="http://schemas.microsoft.com/office/drawing/2014/main" id="{F847409B-8724-2769-9CAD-18F4630E97DD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id="{A4B5D1E2-3FF2-B0E0-CB71-DEC23C3930B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4896DAC1-40D3-E9F0-C46C-85E487A9DEF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1" name="文本框 170">
                  <a:extLst>
                    <a:ext uri="{FF2B5EF4-FFF2-40B4-BE49-F238E27FC236}">
                      <a16:creationId xmlns:a16="http://schemas.microsoft.com/office/drawing/2014/main" id="{4896DAC1-40D3-E9F0-C46C-85E487A9D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E99CC162-64A5-E0F7-74A1-96ADD1A1F8AE}"/>
              </a:ext>
            </a:extLst>
          </p:cNvPr>
          <p:cNvGrpSpPr/>
          <p:nvPr/>
        </p:nvGrpSpPr>
        <p:grpSpPr>
          <a:xfrm>
            <a:off x="5055377" y="1553488"/>
            <a:ext cx="338242" cy="349056"/>
            <a:chOff x="4383526" y="2811127"/>
            <a:chExt cx="338242" cy="349056"/>
          </a:xfrm>
        </p:grpSpPr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19D4FA9E-ABE7-291D-09E6-FE0E62BFABA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77" name="矩形: 圆角 176">
                <a:extLst>
                  <a:ext uri="{FF2B5EF4-FFF2-40B4-BE49-F238E27FC236}">
                    <a16:creationId xmlns:a16="http://schemas.microsoft.com/office/drawing/2014/main" id="{0174BCBB-5EE7-9A79-E107-5F644EF46613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78" name="文本框 177">
                <a:extLst>
                  <a:ext uri="{FF2B5EF4-FFF2-40B4-BE49-F238E27FC236}">
                    <a16:creationId xmlns:a16="http://schemas.microsoft.com/office/drawing/2014/main" id="{1AB0387A-7CE7-3757-C6A0-79EFA443A1F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12879EE4-3D3E-63F0-0434-3C6EE64228E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6" name="文本框 175">
                  <a:extLst>
                    <a:ext uri="{FF2B5EF4-FFF2-40B4-BE49-F238E27FC236}">
                      <a16:creationId xmlns:a16="http://schemas.microsoft.com/office/drawing/2014/main" id="{60B01F9B-5F9A-DE68-F605-3591F78C77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4" name="椭圆 213">
            <a:extLst>
              <a:ext uri="{FF2B5EF4-FFF2-40B4-BE49-F238E27FC236}">
                <a16:creationId xmlns:a16="http://schemas.microsoft.com/office/drawing/2014/main" id="{7658F2DF-B89D-E059-EC11-C9883DE775EA}"/>
              </a:ext>
            </a:extLst>
          </p:cNvPr>
          <p:cNvSpPr/>
          <p:nvPr/>
        </p:nvSpPr>
        <p:spPr>
          <a:xfrm>
            <a:off x="6346622" y="774539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8307B9CB-BC5E-6C66-5167-675A7AEFFC89}"/>
              </a:ext>
            </a:extLst>
          </p:cNvPr>
          <p:cNvSpPr/>
          <p:nvPr/>
        </p:nvSpPr>
        <p:spPr>
          <a:xfrm>
            <a:off x="6848272" y="77453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9C05F901-1BE2-8F76-9E98-A619C14ABE6E}"/>
              </a:ext>
            </a:extLst>
          </p:cNvPr>
          <p:cNvCxnSpPr>
            <a:cxnSpLocks/>
            <a:stCxn id="215" idx="2"/>
            <a:endCxn id="214" idx="6"/>
          </p:cNvCxnSpPr>
          <p:nvPr/>
        </p:nvCxnSpPr>
        <p:spPr>
          <a:xfrm flipH="1">
            <a:off x="6699047" y="950751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4AC62063-C485-CDAD-142B-00BEFED4A5F5}"/>
              </a:ext>
            </a:extLst>
          </p:cNvPr>
          <p:cNvCxnSpPr>
            <a:cxnSpLocks/>
            <a:endCxn id="214" idx="4"/>
          </p:cNvCxnSpPr>
          <p:nvPr/>
        </p:nvCxnSpPr>
        <p:spPr>
          <a:xfrm flipV="1">
            <a:off x="6522835" y="1126964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31561106-DCB2-D172-AB27-C5AAFE036A8C}"/>
              </a:ext>
            </a:extLst>
          </p:cNvPr>
          <p:cNvCxnSpPr>
            <a:cxnSpLocks/>
            <a:endCxn id="215" idx="4"/>
          </p:cNvCxnSpPr>
          <p:nvPr/>
        </p:nvCxnSpPr>
        <p:spPr>
          <a:xfrm flipV="1">
            <a:off x="7024485" y="1126963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3F4D5BC5-88B7-7DB1-569E-588B97BD3975}"/>
                  </a:ext>
                </a:extLst>
              </p:cNvPr>
              <p:cNvSpPr txBox="1"/>
              <p:nvPr/>
            </p:nvSpPr>
            <p:spPr>
              <a:xfrm>
                <a:off x="6391579" y="812250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3F4D5BC5-88B7-7DB1-569E-588B97BD3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812250"/>
                <a:ext cx="23849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B4697151-0EB6-0C1F-D5D7-4AF9834E8AD9}"/>
                  </a:ext>
                </a:extLst>
              </p:cNvPr>
              <p:cNvSpPr txBox="1"/>
              <p:nvPr/>
            </p:nvSpPr>
            <p:spPr>
              <a:xfrm>
                <a:off x="6898360" y="812250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B4697151-0EB6-0C1F-D5D7-4AF9834E8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812250"/>
                <a:ext cx="23849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7" name="组合 256">
            <a:extLst>
              <a:ext uri="{FF2B5EF4-FFF2-40B4-BE49-F238E27FC236}">
                <a16:creationId xmlns:a16="http://schemas.microsoft.com/office/drawing/2014/main" id="{C4039290-ED84-4C5D-96AB-2133A9EAA752}"/>
              </a:ext>
            </a:extLst>
          </p:cNvPr>
          <p:cNvGrpSpPr/>
          <p:nvPr/>
        </p:nvGrpSpPr>
        <p:grpSpPr>
          <a:xfrm>
            <a:off x="7349922" y="775781"/>
            <a:ext cx="352425" cy="352425"/>
            <a:chOff x="8378297" y="2529281"/>
            <a:chExt cx="352425" cy="352425"/>
          </a:xfrm>
        </p:grpSpPr>
        <p:sp>
          <p:nvSpPr>
            <p:cNvPr id="216" name="椭圆 215">
              <a:extLst>
                <a:ext uri="{FF2B5EF4-FFF2-40B4-BE49-F238E27FC236}">
                  <a16:creationId xmlns:a16="http://schemas.microsoft.com/office/drawing/2014/main" id="{4C788098-7EBC-B3B1-DE6C-FEFB7137622B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DDE51708-AA31-FF5C-FF0C-95D5ED267076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6" name="文本框 255">
                  <a:extLst>
                    <a:ext uri="{FF2B5EF4-FFF2-40B4-BE49-F238E27FC236}">
                      <a16:creationId xmlns:a16="http://schemas.microsoft.com/office/drawing/2014/main" id="{DDE51708-AA31-FF5C-FF0C-95D5ED267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4" name="椭圆 263">
            <a:extLst>
              <a:ext uri="{FF2B5EF4-FFF2-40B4-BE49-F238E27FC236}">
                <a16:creationId xmlns:a16="http://schemas.microsoft.com/office/drawing/2014/main" id="{00D8571F-6BE2-EA44-42BC-40B0F26C4D31}"/>
              </a:ext>
            </a:extLst>
          </p:cNvPr>
          <p:cNvSpPr/>
          <p:nvPr/>
        </p:nvSpPr>
        <p:spPr>
          <a:xfrm>
            <a:off x="6346622" y="1307024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09996F8D-D9C6-8234-BFA2-8F6255BCF66A}"/>
              </a:ext>
            </a:extLst>
          </p:cNvPr>
          <p:cNvSpPr/>
          <p:nvPr/>
        </p:nvSpPr>
        <p:spPr>
          <a:xfrm>
            <a:off x="6848272" y="1307023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C3498793-9D3E-E824-F2F8-18DE53653D0B}"/>
              </a:ext>
            </a:extLst>
          </p:cNvPr>
          <p:cNvCxnSpPr>
            <a:cxnSpLocks/>
            <a:stCxn id="265" idx="2"/>
            <a:endCxn id="264" idx="6"/>
          </p:cNvCxnSpPr>
          <p:nvPr/>
        </p:nvCxnSpPr>
        <p:spPr>
          <a:xfrm flipH="1">
            <a:off x="6699047" y="1483236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9529BB78-5797-8A18-E524-E34265896F44}"/>
                  </a:ext>
                </a:extLst>
              </p:cNvPr>
              <p:cNvSpPr txBox="1"/>
              <p:nvPr/>
            </p:nvSpPr>
            <p:spPr>
              <a:xfrm>
                <a:off x="6391579" y="1344735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4" name="文本框 273">
                <a:extLst>
                  <a:ext uri="{FF2B5EF4-FFF2-40B4-BE49-F238E27FC236}">
                    <a16:creationId xmlns:a16="http://schemas.microsoft.com/office/drawing/2014/main" id="{9529BB78-5797-8A18-E524-E34265896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1344735"/>
                <a:ext cx="238493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48DA1D10-146A-D74C-92F6-9B926D6568F1}"/>
                  </a:ext>
                </a:extLst>
              </p:cNvPr>
              <p:cNvSpPr txBox="1"/>
              <p:nvPr/>
            </p:nvSpPr>
            <p:spPr>
              <a:xfrm>
                <a:off x="6898360" y="1344735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5" name="文本框 274">
                <a:extLst>
                  <a:ext uri="{FF2B5EF4-FFF2-40B4-BE49-F238E27FC236}">
                    <a16:creationId xmlns:a16="http://schemas.microsoft.com/office/drawing/2014/main" id="{48DA1D10-146A-D74C-92F6-9B926D656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1344735"/>
                <a:ext cx="23849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44949C35-F8C9-5D09-0185-57439AFDAADE}"/>
              </a:ext>
            </a:extLst>
          </p:cNvPr>
          <p:cNvGrpSpPr/>
          <p:nvPr/>
        </p:nvGrpSpPr>
        <p:grpSpPr>
          <a:xfrm>
            <a:off x="7349922" y="1308266"/>
            <a:ext cx="352425" cy="352425"/>
            <a:chOff x="8378297" y="2529281"/>
            <a:chExt cx="352425" cy="352425"/>
          </a:xfrm>
        </p:grpSpPr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D9B6C97A-D3FC-DB06-7580-75C57882530D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C65292B5-9826-B2BD-5B46-93D6BE53F1E2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31EDE53-28FF-E82D-E65E-5FFA979EA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5" name="椭圆 284">
            <a:extLst>
              <a:ext uri="{FF2B5EF4-FFF2-40B4-BE49-F238E27FC236}">
                <a16:creationId xmlns:a16="http://schemas.microsoft.com/office/drawing/2014/main" id="{2CD78701-1B89-D80C-FE72-AE2350886E89}"/>
              </a:ext>
            </a:extLst>
          </p:cNvPr>
          <p:cNvSpPr/>
          <p:nvPr/>
        </p:nvSpPr>
        <p:spPr>
          <a:xfrm>
            <a:off x="6348739" y="1838268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286" name="椭圆 285">
            <a:extLst>
              <a:ext uri="{FF2B5EF4-FFF2-40B4-BE49-F238E27FC236}">
                <a16:creationId xmlns:a16="http://schemas.microsoft.com/office/drawing/2014/main" id="{D7589B48-C686-3F65-F076-1F32D7F73048}"/>
              </a:ext>
            </a:extLst>
          </p:cNvPr>
          <p:cNvSpPr/>
          <p:nvPr/>
        </p:nvSpPr>
        <p:spPr>
          <a:xfrm>
            <a:off x="6850389" y="183826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A912DE00-9274-4CA3-CF5B-64BBA4F5D66B}"/>
                  </a:ext>
                </a:extLst>
              </p:cNvPr>
              <p:cNvSpPr txBox="1"/>
              <p:nvPr/>
            </p:nvSpPr>
            <p:spPr>
              <a:xfrm>
                <a:off x="6393696" y="1875979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A912DE00-9274-4CA3-CF5B-64BBA4F5D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696" y="1875979"/>
                <a:ext cx="238493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F42D61C5-A1E2-A2B7-1715-DD047CDC4367}"/>
                  </a:ext>
                </a:extLst>
              </p:cNvPr>
              <p:cNvSpPr txBox="1"/>
              <p:nvPr/>
            </p:nvSpPr>
            <p:spPr>
              <a:xfrm>
                <a:off x="6900477" y="1875979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6" name="文本框 295">
                <a:extLst>
                  <a:ext uri="{FF2B5EF4-FFF2-40B4-BE49-F238E27FC236}">
                    <a16:creationId xmlns:a16="http://schemas.microsoft.com/office/drawing/2014/main" id="{F42D61C5-A1E2-A2B7-1715-DD047CDC4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77" y="1875979"/>
                <a:ext cx="23849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498F5060-2181-0412-D462-9741208D3EB1}"/>
              </a:ext>
            </a:extLst>
          </p:cNvPr>
          <p:cNvGrpSpPr/>
          <p:nvPr/>
        </p:nvGrpSpPr>
        <p:grpSpPr>
          <a:xfrm>
            <a:off x="7352039" y="1839510"/>
            <a:ext cx="352425" cy="352425"/>
            <a:chOff x="8378297" y="2529281"/>
            <a:chExt cx="352425" cy="352425"/>
          </a:xfrm>
        </p:grpSpPr>
        <p:sp>
          <p:nvSpPr>
            <p:cNvPr id="298" name="椭圆 297">
              <a:extLst>
                <a:ext uri="{FF2B5EF4-FFF2-40B4-BE49-F238E27FC236}">
                  <a16:creationId xmlns:a16="http://schemas.microsoft.com/office/drawing/2014/main" id="{9B8B6077-8936-76F7-FA39-C5758C7AE5B7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B799A9B-CD32-71BD-89F7-73F4329D1E80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99" name="文本框 298">
                  <a:extLst>
                    <a:ext uri="{FF2B5EF4-FFF2-40B4-BE49-F238E27FC236}">
                      <a16:creationId xmlns:a16="http://schemas.microsoft.com/office/drawing/2014/main" id="{3B799A9B-CD32-71BD-89F7-73F4329D1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7" name="直接箭头连接符 326">
            <a:extLst>
              <a:ext uri="{FF2B5EF4-FFF2-40B4-BE49-F238E27FC236}">
                <a16:creationId xmlns:a16="http://schemas.microsoft.com/office/drawing/2014/main" id="{D1C7450D-8BF7-622D-DD8B-0B57C1313B5A}"/>
              </a:ext>
            </a:extLst>
          </p:cNvPr>
          <p:cNvCxnSpPr>
            <a:cxnSpLocks/>
          </p:cNvCxnSpPr>
          <p:nvPr/>
        </p:nvCxnSpPr>
        <p:spPr>
          <a:xfrm>
            <a:off x="5591102" y="1483234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箭头连接符 328">
            <a:extLst>
              <a:ext uri="{FF2B5EF4-FFF2-40B4-BE49-F238E27FC236}">
                <a16:creationId xmlns:a16="http://schemas.microsoft.com/office/drawing/2014/main" id="{AD442D83-EF3C-6CA6-C6F4-1ECDFF87CD5A}"/>
              </a:ext>
            </a:extLst>
          </p:cNvPr>
          <p:cNvCxnSpPr>
            <a:cxnSpLocks/>
          </p:cNvCxnSpPr>
          <p:nvPr/>
        </p:nvCxnSpPr>
        <p:spPr>
          <a:xfrm>
            <a:off x="3621617" y="1445967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C3C29590-3518-554F-11E7-5721DA037DF5}"/>
              </a:ext>
            </a:extLst>
          </p:cNvPr>
          <p:cNvCxnSpPr>
            <a:cxnSpLocks/>
            <a:stCxn id="265" idx="4"/>
            <a:endCxn id="286" idx="0"/>
          </p:cNvCxnSpPr>
          <p:nvPr/>
        </p:nvCxnSpPr>
        <p:spPr>
          <a:xfrm>
            <a:off x="7024485" y="1659448"/>
            <a:ext cx="2117" cy="1788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AE8D8FF-19C0-CFE0-DE97-4162F7DB1ABA}"/>
              </a:ext>
            </a:extLst>
          </p:cNvPr>
          <p:cNvCxnSpPr>
            <a:cxnSpLocks/>
            <a:stCxn id="298" idx="2"/>
            <a:endCxn id="286" idx="6"/>
          </p:cNvCxnSpPr>
          <p:nvPr/>
        </p:nvCxnSpPr>
        <p:spPr>
          <a:xfrm flipH="1" flipV="1">
            <a:off x="7202814" y="2014480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85529D4-832F-9103-F08A-05783E67F1CD}"/>
              </a:ext>
            </a:extLst>
          </p:cNvPr>
          <p:cNvCxnSpPr>
            <a:cxnSpLocks/>
            <a:stCxn id="216" idx="2"/>
            <a:endCxn id="215" idx="6"/>
          </p:cNvCxnSpPr>
          <p:nvPr/>
        </p:nvCxnSpPr>
        <p:spPr>
          <a:xfrm flipH="1" flipV="1">
            <a:off x="7200697" y="950751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1013F5E-60A5-6FF5-D205-AA1FA83515A7}"/>
              </a:ext>
            </a:extLst>
          </p:cNvPr>
          <p:cNvSpPr txBox="1"/>
          <p:nvPr/>
        </p:nvSpPr>
        <p:spPr>
          <a:xfrm>
            <a:off x="3026707" y="2984011"/>
            <a:ext cx="4878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/>
              <a:t>3 3</a:t>
            </a:r>
          </a:p>
          <a:p>
            <a:r>
              <a:rPr lang="en-US" altLang="zh-CN" sz="1000" b="1" dirty="0"/>
              <a:t>2 1 1</a:t>
            </a:r>
          </a:p>
          <a:p>
            <a:r>
              <a:rPr lang="en-US" altLang="zh-CN" sz="1000" b="1" dirty="0"/>
              <a:t>1 1 0</a:t>
            </a:r>
          </a:p>
          <a:p>
            <a:r>
              <a:rPr lang="en-US" altLang="zh-CN" sz="1000" b="1" dirty="0"/>
              <a:t>0 1 2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BFCE46C-BB47-7DFC-3542-D8E0A73C3F85}"/>
              </a:ext>
            </a:extLst>
          </p:cNvPr>
          <p:cNvGrpSpPr/>
          <p:nvPr/>
        </p:nvGrpSpPr>
        <p:grpSpPr>
          <a:xfrm>
            <a:off x="4389876" y="2829935"/>
            <a:ext cx="338242" cy="349056"/>
            <a:chOff x="4383526" y="2811127"/>
            <a:chExt cx="338242" cy="349056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2741A08-463D-9CDC-211C-1DC283227BA0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8" name="矩形: 圆角 17">
                <a:extLst>
                  <a:ext uri="{FF2B5EF4-FFF2-40B4-BE49-F238E27FC236}">
                    <a16:creationId xmlns:a16="http://schemas.microsoft.com/office/drawing/2014/main" id="{7FF2A1CB-7700-69F0-9D5A-EE306F02A47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02F71C0-EE7B-7723-BD72-5B86803B846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B9F626-EDCA-B81F-0AF0-73A2517C5289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02B9F626-EDCA-B81F-0AF0-73A2517C5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4A6AEF5-8518-15F2-7FA8-D329434B1C58}"/>
              </a:ext>
            </a:extLst>
          </p:cNvPr>
          <p:cNvGrpSpPr/>
          <p:nvPr/>
        </p:nvGrpSpPr>
        <p:grpSpPr>
          <a:xfrm>
            <a:off x="4716190" y="2829935"/>
            <a:ext cx="338242" cy="349056"/>
            <a:chOff x="4383526" y="2811127"/>
            <a:chExt cx="338242" cy="34905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413911C3-746D-6601-1756-D363414DF6FC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1" name="矩形: 圆角 30">
                <a:extLst>
                  <a:ext uri="{FF2B5EF4-FFF2-40B4-BE49-F238E27FC236}">
                    <a16:creationId xmlns:a16="http://schemas.microsoft.com/office/drawing/2014/main" id="{08AB4320-752F-33B2-3675-F16571AFF154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E1F8023-ED11-EAC8-7B90-8001E4D7D665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79ADE3CA-28BE-51EF-DB62-A42440D41F13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215831C-105D-7E40-CC19-00E562765F07}"/>
              </a:ext>
            </a:extLst>
          </p:cNvPr>
          <p:cNvGrpSpPr/>
          <p:nvPr/>
        </p:nvGrpSpPr>
        <p:grpSpPr>
          <a:xfrm>
            <a:off x="5050771" y="2829935"/>
            <a:ext cx="338242" cy="349056"/>
            <a:chOff x="4383526" y="2811127"/>
            <a:chExt cx="338242" cy="349056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27C784A0-2DC6-5C6F-147E-149AAC2F1C7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217BF1B1-9002-A319-F16E-8AC6F2743D50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8EF04D6-217C-0244-F3CD-4C1135854F1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D687F75-66D2-6BD1-2388-787AC496DB2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D687F75-66D2-6BD1-2388-787AC496D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D705B3BC-8385-AE90-0B2A-71B9EE9E52C0}"/>
              </a:ext>
            </a:extLst>
          </p:cNvPr>
          <p:cNvGrpSpPr/>
          <p:nvPr/>
        </p:nvGrpSpPr>
        <p:grpSpPr>
          <a:xfrm>
            <a:off x="4398143" y="3147465"/>
            <a:ext cx="338242" cy="349056"/>
            <a:chOff x="4383526" y="2811127"/>
            <a:chExt cx="338242" cy="34905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4657919-745D-A499-7B3D-BE4907F415B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FD46FD2F-DFA5-1D6C-B2CC-9B1C6F49369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483ACDC0-C5BD-2F79-67C7-68253DC8E25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E2757A4-DDD0-4819-BEFB-661A69DAB1A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796F182C-6B7A-A133-38CB-231D27DBBBCF}"/>
              </a:ext>
            </a:extLst>
          </p:cNvPr>
          <p:cNvGrpSpPr/>
          <p:nvPr/>
        </p:nvGrpSpPr>
        <p:grpSpPr>
          <a:xfrm>
            <a:off x="4724457" y="3147465"/>
            <a:ext cx="338242" cy="349056"/>
            <a:chOff x="4383526" y="2811127"/>
            <a:chExt cx="338242" cy="349056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FB46EA72-C3FF-1CCB-FD91-B8283CE7C7DE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7CE5913C-2F26-0927-583B-88B68670F8B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A8C3D4A0-426E-8B22-7CF9-3295B20C4196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A49CE846-58CD-7C09-2225-585B07D36CA0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4ED1C0E2-5017-ABC7-38B0-E2884E81E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BBBEA2A-E747-0FEF-4AFB-AC35F5C5FA30}"/>
              </a:ext>
            </a:extLst>
          </p:cNvPr>
          <p:cNvGrpSpPr/>
          <p:nvPr/>
        </p:nvGrpSpPr>
        <p:grpSpPr>
          <a:xfrm>
            <a:off x="5059038" y="3147465"/>
            <a:ext cx="338242" cy="349056"/>
            <a:chOff x="4383526" y="2811127"/>
            <a:chExt cx="338242" cy="349056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92EDD10-F38D-62F3-523F-CF4612E5F650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B78E5AA9-73B4-4E36-D275-603FC80F4BB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A5E3E3C-76D4-1CCA-D292-5672B9D1DD36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7130B49C-8F1C-2DE0-E690-E0BC0E03E86A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F61D43-7BDC-A88A-2D2F-C0846A112DAF}"/>
              </a:ext>
            </a:extLst>
          </p:cNvPr>
          <p:cNvGrpSpPr/>
          <p:nvPr/>
        </p:nvGrpSpPr>
        <p:grpSpPr>
          <a:xfrm>
            <a:off x="4394482" y="3464596"/>
            <a:ext cx="338242" cy="349056"/>
            <a:chOff x="4383526" y="2811127"/>
            <a:chExt cx="338242" cy="349056"/>
          </a:xfrm>
        </p:grpSpPr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39E55319-1114-51D2-501E-C705E375D48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56" name="矩形: 圆角 55">
                <a:extLst>
                  <a:ext uri="{FF2B5EF4-FFF2-40B4-BE49-F238E27FC236}">
                    <a16:creationId xmlns:a16="http://schemas.microsoft.com/office/drawing/2014/main" id="{F6D88E3C-1D57-5BCB-2205-55591702E9B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8504E45-E5DC-2B1A-7F28-0FBF0B7EEB6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A3A74C83-A4C2-4514-E2F0-A80C2B414435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CFBB8FC-2B8F-D788-826C-BE6E9B49A6D8}"/>
              </a:ext>
            </a:extLst>
          </p:cNvPr>
          <p:cNvGrpSpPr/>
          <p:nvPr/>
        </p:nvGrpSpPr>
        <p:grpSpPr>
          <a:xfrm>
            <a:off x="4720796" y="3464596"/>
            <a:ext cx="338242" cy="349056"/>
            <a:chOff x="4383526" y="2811127"/>
            <a:chExt cx="338242" cy="349056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3256C458-CF43-7AE6-96CD-70EF2D4149D6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90EC2B8A-64E6-CB26-1EF6-73EA1C7BFB6B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C323B61-78DC-3B74-6F01-11542581BE3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6DD2735-CB29-D1D5-F74A-2E688B2FA8B4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96DD2735-CB29-D1D5-F74A-2E688B2FA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6A892D7E-370D-4D5E-B381-98AB4CADDA31}"/>
              </a:ext>
            </a:extLst>
          </p:cNvPr>
          <p:cNvGrpSpPr/>
          <p:nvPr/>
        </p:nvGrpSpPr>
        <p:grpSpPr>
          <a:xfrm>
            <a:off x="5055377" y="3464596"/>
            <a:ext cx="338242" cy="349056"/>
            <a:chOff x="4383526" y="2811127"/>
            <a:chExt cx="338242" cy="349056"/>
          </a:xfrm>
        </p:grpSpPr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64F501BA-63B7-D9D6-2B54-00559602FEAA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66" name="矩形: 圆角 65">
                <a:extLst>
                  <a:ext uri="{FF2B5EF4-FFF2-40B4-BE49-F238E27FC236}">
                    <a16:creationId xmlns:a16="http://schemas.microsoft.com/office/drawing/2014/main" id="{48C63053-06A2-1B3F-5668-D617269C700C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6B124D85-4580-5DCF-C1EC-CCBCB9091C59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627AB170-0FC5-4D3F-D146-4BB0D9148D6A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5" name="文本框 64">
                  <a:extLst>
                    <a:ext uri="{FF2B5EF4-FFF2-40B4-BE49-F238E27FC236}">
                      <a16:creationId xmlns:a16="http://schemas.microsoft.com/office/drawing/2014/main" id="{627AB170-0FC5-4D3F-D146-4BB0D9148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椭圆 67">
            <a:extLst>
              <a:ext uri="{FF2B5EF4-FFF2-40B4-BE49-F238E27FC236}">
                <a16:creationId xmlns:a16="http://schemas.microsoft.com/office/drawing/2014/main" id="{D44187C9-121B-B01C-C262-1016F288226D}"/>
              </a:ext>
            </a:extLst>
          </p:cNvPr>
          <p:cNvSpPr/>
          <p:nvPr/>
        </p:nvSpPr>
        <p:spPr>
          <a:xfrm>
            <a:off x="6346622" y="2685647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C94296D6-1958-3DC7-BC95-073FF908A431}"/>
              </a:ext>
            </a:extLst>
          </p:cNvPr>
          <p:cNvSpPr/>
          <p:nvPr/>
        </p:nvSpPr>
        <p:spPr>
          <a:xfrm>
            <a:off x="6848272" y="268564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BB8C9A02-EFA1-353A-6F3C-7E7AA0DB2CCC}"/>
              </a:ext>
            </a:extLst>
          </p:cNvPr>
          <p:cNvCxnSpPr>
            <a:cxnSpLocks/>
            <a:stCxn id="69" idx="2"/>
            <a:endCxn id="68" idx="6"/>
          </p:cNvCxnSpPr>
          <p:nvPr/>
        </p:nvCxnSpPr>
        <p:spPr>
          <a:xfrm flipH="1">
            <a:off x="6699047" y="2861859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81D2E89B-752F-4030-BB66-DFB5D7AB986F}"/>
              </a:ext>
            </a:extLst>
          </p:cNvPr>
          <p:cNvCxnSpPr>
            <a:cxnSpLocks/>
            <a:endCxn id="68" idx="4"/>
          </p:cNvCxnSpPr>
          <p:nvPr/>
        </p:nvCxnSpPr>
        <p:spPr>
          <a:xfrm flipV="1">
            <a:off x="6522835" y="3038072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A728DF69-9366-E1D6-B6E1-18EBBC383CB2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7024485" y="3038071"/>
            <a:ext cx="0" cy="1749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55BBBDD-F1D5-6701-8270-95F1C889A2B5}"/>
                  </a:ext>
                </a:extLst>
              </p:cNvPr>
              <p:cNvSpPr txBox="1"/>
              <p:nvPr/>
            </p:nvSpPr>
            <p:spPr>
              <a:xfrm>
                <a:off x="6391579" y="2723358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055BBBDD-F1D5-6701-8270-95F1C889A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2723358"/>
                <a:ext cx="238493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5DF9C76-CA8E-42E8-8861-60B63BC8E1FD}"/>
                  </a:ext>
                </a:extLst>
              </p:cNvPr>
              <p:cNvSpPr txBox="1"/>
              <p:nvPr/>
            </p:nvSpPr>
            <p:spPr>
              <a:xfrm>
                <a:off x="6898360" y="2723358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5DF9C76-CA8E-42E8-8861-60B63BC8E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2723358"/>
                <a:ext cx="238493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组合 74">
            <a:extLst>
              <a:ext uri="{FF2B5EF4-FFF2-40B4-BE49-F238E27FC236}">
                <a16:creationId xmlns:a16="http://schemas.microsoft.com/office/drawing/2014/main" id="{4271EB20-2D2D-0CB9-434E-D8C245E39D31}"/>
              </a:ext>
            </a:extLst>
          </p:cNvPr>
          <p:cNvGrpSpPr/>
          <p:nvPr/>
        </p:nvGrpSpPr>
        <p:grpSpPr>
          <a:xfrm>
            <a:off x="7349922" y="2686889"/>
            <a:ext cx="352425" cy="352425"/>
            <a:chOff x="8378297" y="2529281"/>
            <a:chExt cx="352425" cy="352425"/>
          </a:xfrm>
        </p:grpSpPr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CF075292-821D-729D-D214-8678928C7812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FF062BF0-56D4-0FB1-6FD1-3A418E8FBBD3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FF062BF0-56D4-0FB1-6FD1-3A418E8FB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1" name="椭圆 80">
            <a:extLst>
              <a:ext uri="{FF2B5EF4-FFF2-40B4-BE49-F238E27FC236}">
                <a16:creationId xmlns:a16="http://schemas.microsoft.com/office/drawing/2014/main" id="{764EF26B-B793-673D-DB04-F29B806D6B40}"/>
              </a:ext>
            </a:extLst>
          </p:cNvPr>
          <p:cNvSpPr/>
          <p:nvPr/>
        </p:nvSpPr>
        <p:spPr>
          <a:xfrm>
            <a:off x="6346622" y="3218132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8DC95433-7B35-16E5-AA23-94A86C00A5AE}"/>
              </a:ext>
            </a:extLst>
          </p:cNvPr>
          <p:cNvSpPr/>
          <p:nvPr/>
        </p:nvSpPr>
        <p:spPr>
          <a:xfrm>
            <a:off x="6848272" y="3218131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763FA802-D366-0159-38E0-25CEEDEB4D5B}"/>
              </a:ext>
            </a:extLst>
          </p:cNvPr>
          <p:cNvCxnSpPr>
            <a:cxnSpLocks/>
            <a:stCxn id="84" idx="2"/>
            <a:endCxn id="81" idx="6"/>
          </p:cNvCxnSpPr>
          <p:nvPr/>
        </p:nvCxnSpPr>
        <p:spPr>
          <a:xfrm flipH="1">
            <a:off x="6699047" y="3394344"/>
            <a:ext cx="149225" cy="1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E6F6B78-1EEE-F23E-60F7-D07F47BA2CD3}"/>
                  </a:ext>
                </a:extLst>
              </p:cNvPr>
              <p:cNvSpPr txBox="1"/>
              <p:nvPr/>
            </p:nvSpPr>
            <p:spPr>
              <a:xfrm>
                <a:off x="6391579" y="3255843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1E6F6B78-1EEE-F23E-60F7-D07F47BA2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579" y="3255843"/>
                <a:ext cx="238493" cy="2769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237FE09-C0B7-20F3-A0F5-18FE340C1B4F}"/>
                  </a:ext>
                </a:extLst>
              </p:cNvPr>
              <p:cNvSpPr txBox="1"/>
              <p:nvPr/>
            </p:nvSpPr>
            <p:spPr>
              <a:xfrm>
                <a:off x="6898360" y="3255843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237FE09-C0B7-20F3-A0F5-18FE340C1B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360" y="3255843"/>
                <a:ext cx="23849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组合 87">
            <a:extLst>
              <a:ext uri="{FF2B5EF4-FFF2-40B4-BE49-F238E27FC236}">
                <a16:creationId xmlns:a16="http://schemas.microsoft.com/office/drawing/2014/main" id="{56382DF4-64C7-7C32-D905-93F2A762AEA6}"/>
              </a:ext>
            </a:extLst>
          </p:cNvPr>
          <p:cNvGrpSpPr/>
          <p:nvPr/>
        </p:nvGrpSpPr>
        <p:grpSpPr>
          <a:xfrm>
            <a:off x="7349922" y="3219374"/>
            <a:ext cx="352425" cy="352425"/>
            <a:chOff x="8378297" y="2529281"/>
            <a:chExt cx="352425" cy="352425"/>
          </a:xfrm>
        </p:grpSpPr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2E54A7DE-C52A-46E0-FD94-9131AEE35F84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rgbClr val="172C5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AA7549B2-1A86-C540-0457-0B594C80EE85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78" name="文本框 277">
                  <a:extLst>
                    <a:ext uri="{FF2B5EF4-FFF2-40B4-BE49-F238E27FC236}">
                      <a16:creationId xmlns:a16="http://schemas.microsoft.com/office/drawing/2014/main" id="{231EDE53-28FF-E82D-E65E-5FFA979EA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椭圆 97">
            <a:extLst>
              <a:ext uri="{FF2B5EF4-FFF2-40B4-BE49-F238E27FC236}">
                <a16:creationId xmlns:a16="http://schemas.microsoft.com/office/drawing/2014/main" id="{E568EF33-5175-DCCE-848A-7B1BEBAA32D3}"/>
              </a:ext>
            </a:extLst>
          </p:cNvPr>
          <p:cNvSpPr/>
          <p:nvPr/>
        </p:nvSpPr>
        <p:spPr>
          <a:xfrm>
            <a:off x="6348739" y="3749376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4BDA1089-A03F-4A8E-B0A3-7ADE0B830E80}"/>
              </a:ext>
            </a:extLst>
          </p:cNvPr>
          <p:cNvSpPr/>
          <p:nvPr/>
        </p:nvSpPr>
        <p:spPr>
          <a:xfrm>
            <a:off x="6850389" y="3749375"/>
            <a:ext cx="352425" cy="352425"/>
          </a:xfrm>
          <a:prstGeom prst="ellipse">
            <a:avLst/>
          </a:prstGeom>
          <a:noFill/>
          <a:ln>
            <a:solidFill>
              <a:srgbClr val="172C5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72C5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F2ED263-B660-4D6D-BEAC-CDDCB088F871}"/>
                  </a:ext>
                </a:extLst>
              </p:cNvPr>
              <p:cNvSpPr txBox="1"/>
              <p:nvPr/>
            </p:nvSpPr>
            <p:spPr>
              <a:xfrm>
                <a:off x="6393696" y="3787087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F2ED263-B660-4D6D-BEAC-CDDCB088F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696" y="3787087"/>
                <a:ext cx="238493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8DBB9B1-F5B8-6128-9B1E-A443A99F254A}"/>
                  </a:ext>
                </a:extLst>
              </p:cNvPr>
              <p:cNvSpPr txBox="1"/>
              <p:nvPr/>
            </p:nvSpPr>
            <p:spPr>
              <a:xfrm>
                <a:off x="6900477" y="3787087"/>
                <a:ext cx="23849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78DBB9B1-F5B8-6128-9B1E-A443A99F2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77" y="3787087"/>
                <a:ext cx="23849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73EA4777-DA6A-16DA-DBD2-950357F97B54}"/>
              </a:ext>
            </a:extLst>
          </p:cNvPr>
          <p:cNvGrpSpPr/>
          <p:nvPr/>
        </p:nvGrpSpPr>
        <p:grpSpPr>
          <a:xfrm>
            <a:off x="7352039" y="3750618"/>
            <a:ext cx="352425" cy="352425"/>
            <a:chOff x="8378297" y="2529281"/>
            <a:chExt cx="352425" cy="352425"/>
          </a:xfrm>
        </p:grpSpPr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A2ACF3F6-29DC-F570-A5C4-C38060D1C883}"/>
                </a:ext>
              </a:extLst>
            </p:cNvPr>
            <p:cNvSpPr/>
            <p:nvPr/>
          </p:nvSpPr>
          <p:spPr>
            <a:xfrm>
              <a:off x="8378297" y="2529281"/>
              <a:ext cx="352425" cy="35242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72C5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72F272C-F99B-E039-D265-AE49B5C51E51}"/>
                    </a:ext>
                  </a:extLst>
                </p:cNvPr>
                <p:cNvSpPr txBox="1"/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4" name="文本框 103">
                  <a:extLst>
                    <a:ext uri="{FF2B5EF4-FFF2-40B4-BE49-F238E27FC236}">
                      <a16:creationId xmlns:a16="http://schemas.microsoft.com/office/drawing/2014/main" id="{A72F272C-F99B-E039-D265-AE49B5C51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5263" y="2573418"/>
                  <a:ext cx="23849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FC8BF8B7-F363-6EB0-D678-224348A014F2}"/>
              </a:ext>
            </a:extLst>
          </p:cNvPr>
          <p:cNvCxnSpPr>
            <a:cxnSpLocks/>
          </p:cNvCxnSpPr>
          <p:nvPr/>
        </p:nvCxnSpPr>
        <p:spPr>
          <a:xfrm>
            <a:off x="5591102" y="3394342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C9731D5-C1BA-F11B-FEE2-A758B3EEC69F}"/>
              </a:ext>
            </a:extLst>
          </p:cNvPr>
          <p:cNvCxnSpPr>
            <a:cxnSpLocks/>
          </p:cNvCxnSpPr>
          <p:nvPr/>
        </p:nvCxnSpPr>
        <p:spPr>
          <a:xfrm>
            <a:off x="3621617" y="3357075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5815AD3E-1E16-D12B-C453-5E45C901072E}"/>
              </a:ext>
            </a:extLst>
          </p:cNvPr>
          <p:cNvCxnSpPr>
            <a:cxnSpLocks/>
            <a:stCxn id="84" idx="4"/>
            <a:endCxn id="99" idx="0"/>
          </p:cNvCxnSpPr>
          <p:nvPr/>
        </p:nvCxnSpPr>
        <p:spPr>
          <a:xfrm>
            <a:off x="7024485" y="3570556"/>
            <a:ext cx="2117" cy="178819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AAD16385-307A-FBB8-DE74-75D494FCCCA3}"/>
              </a:ext>
            </a:extLst>
          </p:cNvPr>
          <p:cNvCxnSpPr>
            <a:cxnSpLocks/>
            <a:stCxn id="103" idx="2"/>
            <a:endCxn id="99" idx="6"/>
          </p:cNvCxnSpPr>
          <p:nvPr/>
        </p:nvCxnSpPr>
        <p:spPr>
          <a:xfrm flipH="1" flipV="1">
            <a:off x="7202814" y="3925588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249E1C63-B2DD-DC8E-E332-218342422A16}"/>
              </a:ext>
            </a:extLst>
          </p:cNvPr>
          <p:cNvCxnSpPr>
            <a:cxnSpLocks/>
            <a:stCxn id="79" idx="2"/>
            <a:endCxn id="69" idx="6"/>
          </p:cNvCxnSpPr>
          <p:nvPr/>
        </p:nvCxnSpPr>
        <p:spPr>
          <a:xfrm flipH="1" flipV="1">
            <a:off x="7200697" y="2861859"/>
            <a:ext cx="149225" cy="124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E8566EF4-EA45-7E89-7CA7-128C5C12E983}"/>
              </a:ext>
            </a:extLst>
          </p:cNvPr>
          <p:cNvCxnSpPr>
            <a:cxnSpLocks/>
          </p:cNvCxnSpPr>
          <p:nvPr/>
        </p:nvCxnSpPr>
        <p:spPr>
          <a:xfrm>
            <a:off x="7804077" y="1467868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>
            <a:extLst>
              <a:ext uri="{FF2B5EF4-FFF2-40B4-BE49-F238E27FC236}">
                <a16:creationId xmlns:a16="http://schemas.microsoft.com/office/drawing/2014/main" id="{FA480FFC-85A7-CB2D-B435-01CBED2E5E9E}"/>
              </a:ext>
            </a:extLst>
          </p:cNvPr>
          <p:cNvCxnSpPr>
            <a:cxnSpLocks/>
          </p:cNvCxnSpPr>
          <p:nvPr/>
        </p:nvCxnSpPr>
        <p:spPr>
          <a:xfrm>
            <a:off x="7769152" y="3394342"/>
            <a:ext cx="57573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9CEB90C0-D9F5-9A42-9B76-E5CD3E22B062}"/>
              </a:ext>
            </a:extLst>
          </p:cNvPr>
          <p:cNvGrpSpPr/>
          <p:nvPr/>
        </p:nvGrpSpPr>
        <p:grpSpPr>
          <a:xfrm>
            <a:off x="8477521" y="1003347"/>
            <a:ext cx="338242" cy="349056"/>
            <a:chOff x="4383526" y="2811127"/>
            <a:chExt cx="338242" cy="349056"/>
          </a:xfrm>
        </p:grpSpPr>
        <p:grpSp>
          <p:nvGrpSpPr>
            <p:cNvPr id="121" name="组合 120">
              <a:extLst>
                <a:ext uri="{FF2B5EF4-FFF2-40B4-BE49-F238E27FC236}">
                  <a16:creationId xmlns:a16="http://schemas.microsoft.com/office/drawing/2014/main" id="{67D98805-337A-5A0A-AA5C-F9C4C6E0D0B3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E06C6374-C145-15C3-8C9F-D879439D106D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4761E2D5-A518-BD6F-1618-5FF0517F97D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9EE38FE9-710B-6340-8A8A-5C4297CFEE64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9EE38FE9-710B-6340-8A8A-5C4297CFE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1E7F891C-6CDE-927A-106D-F11E0339A23A}"/>
              </a:ext>
            </a:extLst>
          </p:cNvPr>
          <p:cNvGrpSpPr/>
          <p:nvPr/>
        </p:nvGrpSpPr>
        <p:grpSpPr>
          <a:xfrm>
            <a:off x="8803835" y="1003347"/>
            <a:ext cx="338242" cy="349056"/>
            <a:chOff x="4383526" y="2811127"/>
            <a:chExt cx="338242" cy="349056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2BE56C3D-191B-4713-25A0-4D69932734B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32" name="矩形: 圆角 131">
                <a:extLst>
                  <a:ext uri="{FF2B5EF4-FFF2-40B4-BE49-F238E27FC236}">
                    <a16:creationId xmlns:a16="http://schemas.microsoft.com/office/drawing/2014/main" id="{6AFAD21D-66F5-2955-9E6D-1E193DD3E1B5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B60ED8C-9766-4CFF-9864-79DC803C390D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B02EC97A-2A96-1723-926F-E030DF490EE9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2BE649B0-0B90-11B3-2F60-F1F45420E4B5}"/>
              </a:ext>
            </a:extLst>
          </p:cNvPr>
          <p:cNvGrpSpPr/>
          <p:nvPr/>
        </p:nvGrpSpPr>
        <p:grpSpPr>
          <a:xfrm>
            <a:off x="9138416" y="1003347"/>
            <a:ext cx="338242" cy="349056"/>
            <a:chOff x="4383526" y="2811127"/>
            <a:chExt cx="338242" cy="349056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88DADDFF-054C-3788-4E80-C2A7F3632014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41" name="矩形: 圆角 140">
                <a:extLst>
                  <a:ext uri="{FF2B5EF4-FFF2-40B4-BE49-F238E27FC236}">
                    <a16:creationId xmlns:a16="http://schemas.microsoft.com/office/drawing/2014/main" id="{63548795-EF06-B4C3-449A-CB1C2FE498AF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9C90739C-63F3-0E2A-FA76-C34BD16E94BA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723F664-6643-F18B-83A4-964E57DE9D3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6723F664-6643-F18B-83A4-964E57DE9D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D0D488BA-9D7C-CD22-2B21-3AD00CC5832B}"/>
              </a:ext>
            </a:extLst>
          </p:cNvPr>
          <p:cNvGrpSpPr/>
          <p:nvPr/>
        </p:nvGrpSpPr>
        <p:grpSpPr>
          <a:xfrm>
            <a:off x="8485788" y="1320877"/>
            <a:ext cx="338242" cy="349056"/>
            <a:chOff x="4383526" y="2811127"/>
            <a:chExt cx="338242" cy="349056"/>
          </a:xfrm>
        </p:grpSpPr>
        <p:grpSp>
          <p:nvGrpSpPr>
            <p:cNvPr id="144" name="组合 143">
              <a:extLst>
                <a:ext uri="{FF2B5EF4-FFF2-40B4-BE49-F238E27FC236}">
                  <a16:creationId xmlns:a16="http://schemas.microsoft.com/office/drawing/2014/main" id="{EBB579CB-56E6-A0E2-346D-FF7E432E44B6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146" name="矩形: 圆角 145">
                <a:extLst>
                  <a:ext uri="{FF2B5EF4-FFF2-40B4-BE49-F238E27FC236}">
                    <a16:creationId xmlns:a16="http://schemas.microsoft.com/office/drawing/2014/main" id="{581592F9-5482-F0B5-7C33-383DA3ABCAA5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FF46D702-5FB3-51CB-4B99-21EDC46A40B8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>
                  <a:extLst>
                    <a:ext uri="{FF2B5EF4-FFF2-40B4-BE49-F238E27FC236}">
                      <a16:creationId xmlns:a16="http://schemas.microsoft.com/office/drawing/2014/main" id="{1A8275F5-13FE-49FC-58DA-C82D09A9D6E0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75EE29E7-5C79-62C9-D5A4-5238E25C89ED}"/>
              </a:ext>
            </a:extLst>
          </p:cNvPr>
          <p:cNvGrpSpPr/>
          <p:nvPr/>
        </p:nvGrpSpPr>
        <p:grpSpPr>
          <a:xfrm>
            <a:off x="8812102" y="1320877"/>
            <a:ext cx="338242" cy="349056"/>
            <a:chOff x="4383526" y="2811127"/>
            <a:chExt cx="338242" cy="349056"/>
          </a:xfrm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7BD49033-0CC9-B115-7317-A70E96ACAF4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21" name="矩形: 圆角 220">
                <a:extLst>
                  <a:ext uri="{FF2B5EF4-FFF2-40B4-BE49-F238E27FC236}">
                    <a16:creationId xmlns:a16="http://schemas.microsoft.com/office/drawing/2014/main" id="{76B413E2-4632-5600-FFBD-42DF5FB741BE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22" name="文本框 221">
                <a:extLst>
                  <a:ext uri="{FF2B5EF4-FFF2-40B4-BE49-F238E27FC236}">
                    <a16:creationId xmlns:a16="http://schemas.microsoft.com/office/drawing/2014/main" id="{4B3C2CE1-3D14-C47E-7808-A1B55FE62C2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0E78431A-B5A2-837C-0E24-475689C725CC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20" name="文本框 219">
                  <a:extLst>
                    <a:ext uri="{FF2B5EF4-FFF2-40B4-BE49-F238E27FC236}">
                      <a16:creationId xmlns:a16="http://schemas.microsoft.com/office/drawing/2014/main" id="{0E78431A-B5A2-837C-0E24-475689C725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8B76CFE9-5471-9E26-0740-FB4E57463EE7}"/>
              </a:ext>
            </a:extLst>
          </p:cNvPr>
          <p:cNvGrpSpPr/>
          <p:nvPr/>
        </p:nvGrpSpPr>
        <p:grpSpPr>
          <a:xfrm>
            <a:off x="9146683" y="1320877"/>
            <a:ext cx="338242" cy="349056"/>
            <a:chOff x="4383526" y="2811127"/>
            <a:chExt cx="338242" cy="349056"/>
          </a:xfrm>
        </p:grpSpPr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FC9EAB8C-A6D8-5493-50F8-1E35DE481FC2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26" name="矩形: 圆角 225">
                <a:extLst>
                  <a:ext uri="{FF2B5EF4-FFF2-40B4-BE49-F238E27FC236}">
                    <a16:creationId xmlns:a16="http://schemas.microsoft.com/office/drawing/2014/main" id="{0FD09AAF-28C1-6EA4-07C0-1EF309E54D5F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6E8DBC8B-D596-DE85-3344-6F99DF7B3851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文本框 224">
                  <a:extLst>
                    <a:ext uri="{FF2B5EF4-FFF2-40B4-BE49-F238E27FC236}">
                      <a16:creationId xmlns:a16="http://schemas.microsoft.com/office/drawing/2014/main" id="{38F9D1CD-2FE9-584E-5427-7B59145705C3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83245533-ED96-0570-9E1C-397B7EE0F63B}"/>
              </a:ext>
            </a:extLst>
          </p:cNvPr>
          <p:cNvGrpSpPr/>
          <p:nvPr/>
        </p:nvGrpSpPr>
        <p:grpSpPr>
          <a:xfrm>
            <a:off x="8482127" y="1638008"/>
            <a:ext cx="338242" cy="349056"/>
            <a:chOff x="4383526" y="2811127"/>
            <a:chExt cx="338242" cy="349056"/>
          </a:xfrm>
        </p:grpSpPr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4138D33E-2544-A3AB-F39D-ADBDBB91FF51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31" name="矩形: 圆角 230">
                <a:extLst>
                  <a:ext uri="{FF2B5EF4-FFF2-40B4-BE49-F238E27FC236}">
                    <a16:creationId xmlns:a16="http://schemas.microsoft.com/office/drawing/2014/main" id="{D14719D9-2701-55A6-0A3A-9A5717EA7688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32" name="文本框 231">
                <a:extLst>
                  <a:ext uri="{FF2B5EF4-FFF2-40B4-BE49-F238E27FC236}">
                    <a16:creationId xmlns:a16="http://schemas.microsoft.com/office/drawing/2014/main" id="{717E3467-E18A-B7D4-8198-85390E5F349E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CBA14124-01C7-95C5-D067-B22402FE471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91AB6FA2-E289-B5B4-6D86-B12C44E2B8E1}"/>
              </a:ext>
            </a:extLst>
          </p:cNvPr>
          <p:cNvGrpSpPr/>
          <p:nvPr/>
        </p:nvGrpSpPr>
        <p:grpSpPr>
          <a:xfrm>
            <a:off x="8808441" y="1638008"/>
            <a:ext cx="338242" cy="349056"/>
            <a:chOff x="4383526" y="2811127"/>
            <a:chExt cx="338242" cy="349056"/>
          </a:xfrm>
        </p:grpSpPr>
        <p:grpSp>
          <p:nvGrpSpPr>
            <p:cNvPr id="234" name="组合 233">
              <a:extLst>
                <a:ext uri="{FF2B5EF4-FFF2-40B4-BE49-F238E27FC236}">
                  <a16:creationId xmlns:a16="http://schemas.microsoft.com/office/drawing/2014/main" id="{F91892FB-3155-0F17-7437-41C05CF7D2F1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36" name="矩形: 圆角 235">
                <a:extLst>
                  <a:ext uri="{FF2B5EF4-FFF2-40B4-BE49-F238E27FC236}">
                    <a16:creationId xmlns:a16="http://schemas.microsoft.com/office/drawing/2014/main" id="{F8997948-E0BA-24F8-4635-80BF9C639F0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5954A004-1D2E-FECB-8911-0DFF8DD3A21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FF990322-5B82-12BF-D976-6624129321BC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35" name="文本框 234">
                  <a:extLst>
                    <a:ext uri="{FF2B5EF4-FFF2-40B4-BE49-F238E27FC236}">
                      <a16:creationId xmlns:a16="http://schemas.microsoft.com/office/drawing/2014/main" id="{FF990322-5B82-12BF-D976-6624129321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8" name="组合 237">
            <a:extLst>
              <a:ext uri="{FF2B5EF4-FFF2-40B4-BE49-F238E27FC236}">
                <a16:creationId xmlns:a16="http://schemas.microsoft.com/office/drawing/2014/main" id="{52C993E3-4F9F-6DDF-896B-04207C2E979A}"/>
              </a:ext>
            </a:extLst>
          </p:cNvPr>
          <p:cNvGrpSpPr/>
          <p:nvPr/>
        </p:nvGrpSpPr>
        <p:grpSpPr>
          <a:xfrm>
            <a:off x="9143022" y="1638008"/>
            <a:ext cx="338242" cy="349056"/>
            <a:chOff x="4383526" y="2811127"/>
            <a:chExt cx="338242" cy="349056"/>
          </a:xfrm>
        </p:grpSpPr>
        <p:grpSp>
          <p:nvGrpSpPr>
            <p:cNvPr id="239" name="组合 238">
              <a:extLst>
                <a:ext uri="{FF2B5EF4-FFF2-40B4-BE49-F238E27FC236}">
                  <a16:creationId xmlns:a16="http://schemas.microsoft.com/office/drawing/2014/main" id="{B1C10AE3-B35A-C661-677E-9D4B6E8BB14F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41" name="矩形: 圆角 240">
                <a:extLst>
                  <a:ext uri="{FF2B5EF4-FFF2-40B4-BE49-F238E27FC236}">
                    <a16:creationId xmlns:a16="http://schemas.microsoft.com/office/drawing/2014/main" id="{F6DD1FF3-A8DE-CB58-E46C-FFBFB49AB89F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44" name="文本框 243">
                <a:extLst>
                  <a:ext uri="{FF2B5EF4-FFF2-40B4-BE49-F238E27FC236}">
                    <a16:creationId xmlns:a16="http://schemas.microsoft.com/office/drawing/2014/main" id="{C027DF81-77D0-5D53-C8A0-48A8F855243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7B96EB53-8188-9C3C-D1C1-124BA030F83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40" name="文本框 239">
                  <a:extLst>
                    <a:ext uri="{FF2B5EF4-FFF2-40B4-BE49-F238E27FC236}">
                      <a16:creationId xmlns:a16="http://schemas.microsoft.com/office/drawing/2014/main" id="{7B96EB53-8188-9C3C-D1C1-124BA030F8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5" name="文本框 244">
            <a:extLst>
              <a:ext uri="{FF2B5EF4-FFF2-40B4-BE49-F238E27FC236}">
                <a16:creationId xmlns:a16="http://schemas.microsoft.com/office/drawing/2014/main" id="{229B0713-A1F7-0D89-F9EF-E64021FAFA44}"/>
              </a:ext>
            </a:extLst>
          </p:cNvPr>
          <p:cNvSpPr txBox="1"/>
          <p:nvPr/>
        </p:nvSpPr>
        <p:spPr>
          <a:xfrm>
            <a:off x="8440135" y="727627"/>
            <a:ext cx="487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dist</a:t>
            </a:r>
            <a:endParaRPr lang="en-US" altLang="zh-CN" sz="1000" b="1" dirty="0"/>
          </a:p>
        </p:txBody>
      </p:sp>
      <p:grpSp>
        <p:nvGrpSpPr>
          <p:cNvPr id="246" name="组合 245">
            <a:extLst>
              <a:ext uri="{FF2B5EF4-FFF2-40B4-BE49-F238E27FC236}">
                <a16:creationId xmlns:a16="http://schemas.microsoft.com/office/drawing/2014/main" id="{7913CE6B-9DE1-F070-01CC-9C99BEC4A1C8}"/>
              </a:ext>
            </a:extLst>
          </p:cNvPr>
          <p:cNvGrpSpPr/>
          <p:nvPr/>
        </p:nvGrpSpPr>
        <p:grpSpPr>
          <a:xfrm>
            <a:off x="8477521" y="2891358"/>
            <a:ext cx="338242" cy="349056"/>
            <a:chOff x="4383526" y="2811127"/>
            <a:chExt cx="338242" cy="349056"/>
          </a:xfrm>
        </p:grpSpPr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C4583F04-C44D-55CB-116C-D91DA725D5D7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49" name="矩形: 圆角 248">
                <a:extLst>
                  <a:ext uri="{FF2B5EF4-FFF2-40B4-BE49-F238E27FC236}">
                    <a16:creationId xmlns:a16="http://schemas.microsoft.com/office/drawing/2014/main" id="{FE076A71-F645-E4B5-42B7-5923223E5369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D2BBD118-4B73-F7F5-0718-72224609CF1F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21F610C-0815-75EC-4C13-B8B825B96571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C21F610C-0815-75EC-4C13-B8B825B965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71CA1759-24DB-F41E-401A-0E95345342CC}"/>
              </a:ext>
            </a:extLst>
          </p:cNvPr>
          <p:cNvGrpSpPr/>
          <p:nvPr/>
        </p:nvGrpSpPr>
        <p:grpSpPr>
          <a:xfrm>
            <a:off x="8803835" y="2891358"/>
            <a:ext cx="338242" cy="349056"/>
            <a:chOff x="4383526" y="2811127"/>
            <a:chExt cx="338242" cy="349056"/>
          </a:xfrm>
        </p:grpSpPr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393BCA14-504C-CB7E-69A9-285EBC2FC028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61" name="矩形: 圆角 260">
                <a:extLst>
                  <a:ext uri="{FF2B5EF4-FFF2-40B4-BE49-F238E27FC236}">
                    <a16:creationId xmlns:a16="http://schemas.microsoft.com/office/drawing/2014/main" id="{9412E476-A2CF-2CD7-3668-AD50A7EB8AC4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DE3E6DCF-B306-C525-9FC0-97169ECF30C7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ACB0648F-030A-7743-69F5-7CA418F81F36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095A040E-1504-ED7B-3862-434A678982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0FA3F6B8-2B14-EDB5-DC7A-E1054D505316}"/>
              </a:ext>
            </a:extLst>
          </p:cNvPr>
          <p:cNvGrpSpPr/>
          <p:nvPr/>
        </p:nvGrpSpPr>
        <p:grpSpPr>
          <a:xfrm>
            <a:off x="9138416" y="2891358"/>
            <a:ext cx="338242" cy="349056"/>
            <a:chOff x="4383526" y="2811127"/>
            <a:chExt cx="338242" cy="349056"/>
          </a:xfrm>
        </p:grpSpPr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0C182EB1-8BDE-EB26-5883-37DEDE4BCEBD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71" name="矩形: 圆角 270">
                <a:extLst>
                  <a:ext uri="{FF2B5EF4-FFF2-40B4-BE49-F238E27FC236}">
                    <a16:creationId xmlns:a16="http://schemas.microsoft.com/office/drawing/2014/main" id="{6FFF5DC0-632D-5326-2A5D-0982D4AE0757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72" name="文本框 271">
                <a:extLst>
                  <a:ext uri="{FF2B5EF4-FFF2-40B4-BE49-F238E27FC236}">
                    <a16:creationId xmlns:a16="http://schemas.microsoft.com/office/drawing/2014/main" id="{32F55A6B-2435-C620-54DE-5D2B0FCF9DE0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C6101F7F-AD31-3E44-9972-A0116E2DA848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C6101F7F-AD31-3E44-9972-A0116E2DA8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57490058-9FEC-F39E-1806-744CC800B0F3}"/>
              </a:ext>
            </a:extLst>
          </p:cNvPr>
          <p:cNvGrpSpPr/>
          <p:nvPr/>
        </p:nvGrpSpPr>
        <p:grpSpPr>
          <a:xfrm>
            <a:off x="8485788" y="3208888"/>
            <a:ext cx="338242" cy="349056"/>
            <a:chOff x="4383526" y="2811127"/>
            <a:chExt cx="338242" cy="349056"/>
          </a:xfrm>
        </p:grpSpPr>
        <p:grpSp>
          <p:nvGrpSpPr>
            <p:cNvPr id="282" name="组合 281">
              <a:extLst>
                <a:ext uri="{FF2B5EF4-FFF2-40B4-BE49-F238E27FC236}">
                  <a16:creationId xmlns:a16="http://schemas.microsoft.com/office/drawing/2014/main" id="{A5E7CF98-B4DB-ABBF-8419-2D351993C3B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88" name="矩形: 圆角 287">
                <a:extLst>
                  <a:ext uri="{FF2B5EF4-FFF2-40B4-BE49-F238E27FC236}">
                    <a16:creationId xmlns:a16="http://schemas.microsoft.com/office/drawing/2014/main" id="{D6CFAFEB-237B-5876-DE2F-ADE74236B7A0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89" name="文本框 288">
                <a:extLst>
                  <a:ext uri="{FF2B5EF4-FFF2-40B4-BE49-F238E27FC236}">
                    <a16:creationId xmlns:a16="http://schemas.microsoft.com/office/drawing/2014/main" id="{5751D205-893B-040F-5C40-05165225B2A6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4" name="文本框 283">
                  <a:extLst>
                    <a:ext uri="{FF2B5EF4-FFF2-40B4-BE49-F238E27FC236}">
                      <a16:creationId xmlns:a16="http://schemas.microsoft.com/office/drawing/2014/main" id="{4BDA14E9-6989-ADD1-988C-C829FBB19D19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5819EFE7-C6AF-6860-4B7F-60DA89A07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0" name="组合 289">
            <a:extLst>
              <a:ext uri="{FF2B5EF4-FFF2-40B4-BE49-F238E27FC236}">
                <a16:creationId xmlns:a16="http://schemas.microsoft.com/office/drawing/2014/main" id="{CA000BDE-6635-D403-F5E9-71512D408B33}"/>
              </a:ext>
            </a:extLst>
          </p:cNvPr>
          <p:cNvGrpSpPr/>
          <p:nvPr/>
        </p:nvGrpSpPr>
        <p:grpSpPr>
          <a:xfrm>
            <a:off x="8812102" y="3208888"/>
            <a:ext cx="338242" cy="349056"/>
            <a:chOff x="4383526" y="2811127"/>
            <a:chExt cx="338242" cy="349056"/>
          </a:xfrm>
        </p:grpSpPr>
        <p:grpSp>
          <p:nvGrpSpPr>
            <p:cNvPr id="291" name="组合 290">
              <a:extLst>
                <a:ext uri="{FF2B5EF4-FFF2-40B4-BE49-F238E27FC236}">
                  <a16:creationId xmlns:a16="http://schemas.microsoft.com/office/drawing/2014/main" id="{77A19752-17C2-6B6A-8C4A-0BA46A747983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293" name="矩形: 圆角 292">
                <a:extLst>
                  <a:ext uri="{FF2B5EF4-FFF2-40B4-BE49-F238E27FC236}">
                    <a16:creationId xmlns:a16="http://schemas.microsoft.com/office/drawing/2014/main" id="{7157FC34-862A-DA11-054D-DF8E5E23C6CE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B61495D8-583A-A20F-71A5-E7F07DB7EF8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53860AC7-22FD-5450-E021-A7D117E59762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 sz="1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2" name="文本框 291">
                  <a:extLst>
                    <a:ext uri="{FF2B5EF4-FFF2-40B4-BE49-F238E27FC236}">
                      <a16:creationId xmlns:a16="http://schemas.microsoft.com/office/drawing/2014/main" id="{53860AC7-22FD-5450-E021-A7D117E597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3" name="组合 302">
            <a:extLst>
              <a:ext uri="{FF2B5EF4-FFF2-40B4-BE49-F238E27FC236}">
                <a16:creationId xmlns:a16="http://schemas.microsoft.com/office/drawing/2014/main" id="{AFF30B5B-5B47-DF7A-A834-50CB93459313}"/>
              </a:ext>
            </a:extLst>
          </p:cNvPr>
          <p:cNvGrpSpPr/>
          <p:nvPr/>
        </p:nvGrpSpPr>
        <p:grpSpPr>
          <a:xfrm>
            <a:off x="9146683" y="3208888"/>
            <a:ext cx="338242" cy="349056"/>
            <a:chOff x="4383526" y="2811127"/>
            <a:chExt cx="338242" cy="349056"/>
          </a:xfrm>
        </p:grpSpPr>
        <p:grpSp>
          <p:nvGrpSpPr>
            <p:cNvPr id="305" name="组合 304">
              <a:extLst>
                <a:ext uri="{FF2B5EF4-FFF2-40B4-BE49-F238E27FC236}">
                  <a16:creationId xmlns:a16="http://schemas.microsoft.com/office/drawing/2014/main" id="{1A766ABC-F86E-02D3-381D-CE90EE00003B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10" name="矩形: 圆角 309">
                <a:extLst>
                  <a:ext uri="{FF2B5EF4-FFF2-40B4-BE49-F238E27FC236}">
                    <a16:creationId xmlns:a16="http://schemas.microsoft.com/office/drawing/2014/main" id="{94BD6365-9E19-1307-8C70-E202CBC7FCFD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11" name="文本框 310">
                <a:extLst>
                  <a:ext uri="{FF2B5EF4-FFF2-40B4-BE49-F238E27FC236}">
                    <a16:creationId xmlns:a16="http://schemas.microsoft.com/office/drawing/2014/main" id="{6674371B-7748-4FF7-17FE-C1564620462E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9" name="文本框 308">
                  <a:extLst>
                    <a:ext uri="{FF2B5EF4-FFF2-40B4-BE49-F238E27FC236}">
                      <a16:creationId xmlns:a16="http://schemas.microsoft.com/office/drawing/2014/main" id="{434087D0-211A-7812-9F0C-F23B6CA28827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51" name="文本框 150">
                  <a:extLst>
                    <a:ext uri="{FF2B5EF4-FFF2-40B4-BE49-F238E27FC236}">
                      <a16:creationId xmlns:a16="http://schemas.microsoft.com/office/drawing/2014/main" id="{52715222-108A-0D10-11D7-7555603BB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32F6AE7A-8926-E22F-2CB8-BAE28B913426}"/>
              </a:ext>
            </a:extLst>
          </p:cNvPr>
          <p:cNvGrpSpPr/>
          <p:nvPr/>
        </p:nvGrpSpPr>
        <p:grpSpPr>
          <a:xfrm>
            <a:off x="8482127" y="3526019"/>
            <a:ext cx="338242" cy="349056"/>
            <a:chOff x="4383526" y="2811127"/>
            <a:chExt cx="338242" cy="349056"/>
          </a:xfrm>
        </p:grpSpPr>
        <p:grpSp>
          <p:nvGrpSpPr>
            <p:cNvPr id="313" name="组合 312">
              <a:extLst>
                <a:ext uri="{FF2B5EF4-FFF2-40B4-BE49-F238E27FC236}">
                  <a16:creationId xmlns:a16="http://schemas.microsoft.com/office/drawing/2014/main" id="{C816ED80-980B-4683-7469-E4FC1B64E89F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15" name="矩形: 圆角 314">
                <a:extLst>
                  <a:ext uri="{FF2B5EF4-FFF2-40B4-BE49-F238E27FC236}">
                    <a16:creationId xmlns:a16="http://schemas.microsoft.com/office/drawing/2014/main" id="{E25F3BF8-2B2D-6D22-45A8-B35583E96C06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26" name="文本框 325">
                <a:extLst>
                  <a:ext uri="{FF2B5EF4-FFF2-40B4-BE49-F238E27FC236}">
                    <a16:creationId xmlns:a16="http://schemas.microsoft.com/office/drawing/2014/main" id="{00F33D78-F0C2-1142-FEC1-FF9544BF407B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4" name="文本框 313">
                  <a:extLst>
                    <a:ext uri="{FF2B5EF4-FFF2-40B4-BE49-F238E27FC236}">
                      <a16:creationId xmlns:a16="http://schemas.microsoft.com/office/drawing/2014/main" id="{A4D80B4D-8B0D-2F4A-7A35-456A59ECE910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7F4953B6-4FE9-E733-7274-C3462468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8" name="组合 327">
            <a:extLst>
              <a:ext uri="{FF2B5EF4-FFF2-40B4-BE49-F238E27FC236}">
                <a16:creationId xmlns:a16="http://schemas.microsoft.com/office/drawing/2014/main" id="{6A809022-81FE-2E24-0B9E-6970BADB4D66}"/>
              </a:ext>
            </a:extLst>
          </p:cNvPr>
          <p:cNvGrpSpPr/>
          <p:nvPr/>
        </p:nvGrpSpPr>
        <p:grpSpPr>
          <a:xfrm>
            <a:off x="8808441" y="3526019"/>
            <a:ext cx="338242" cy="349056"/>
            <a:chOff x="4383526" y="2811127"/>
            <a:chExt cx="338242" cy="349056"/>
          </a:xfrm>
        </p:grpSpPr>
        <p:grpSp>
          <p:nvGrpSpPr>
            <p:cNvPr id="334" name="组合 333">
              <a:extLst>
                <a:ext uri="{FF2B5EF4-FFF2-40B4-BE49-F238E27FC236}">
                  <a16:creationId xmlns:a16="http://schemas.microsoft.com/office/drawing/2014/main" id="{D603A1E3-A73F-F9A4-97D6-91C750D89DE5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36" name="矩形: 圆角 335">
                <a:extLst>
                  <a:ext uri="{FF2B5EF4-FFF2-40B4-BE49-F238E27FC236}">
                    <a16:creationId xmlns:a16="http://schemas.microsoft.com/office/drawing/2014/main" id="{C5D3329E-C72E-ADF1-5B42-584FE86F5DB1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37" name="文本框 336">
                <a:extLst>
                  <a:ext uri="{FF2B5EF4-FFF2-40B4-BE49-F238E27FC236}">
                    <a16:creationId xmlns:a16="http://schemas.microsoft.com/office/drawing/2014/main" id="{2F42443E-CA23-8506-868F-D34C4BA97B24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5" name="文本框 334">
                  <a:extLst>
                    <a:ext uri="{FF2B5EF4-FFF2-40B4-BE49-F238E27FC236}">
                      <a16:creationId xmlns:a16="http://schemas.microsoft.com/office/drawing/2014/main" id="{F0BE9F86-CE6C-FFA6-BEE9-6801386590AB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35" name="文本框 334">
                  <a:extLst>
                    <a:ext uri="{FF2B5EF4-FFF2-40B4-BE49-F238E27FC236}">
                      <a16:creationId xmlns:a16="http://schemas.microsoft.com/office/drawing/2014/main" id="{F0BE9F86-CE6C-FFA6-BEE9-680138659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8" name="组合 337">
            <a:extLst>
              <a:ext uri="{FF2B5EF4-FFF2-40B4-BE49-F238E27FC236}">
                <a16:creationId xmlns:a16="http://schemas.microsoft.com/office/drawing/2014/main" id="{2A49CD4B-95AF-2134-B1B9-86575404CB4B}"/>
              </a:ext>
            </a:extLst>
          </p:cNvPr>
          <p:cNvGrpSpPr/>
          <p:nvPr/>
        </p:nvGrpSpPr>
        <p:grpSpPr>
          <a:xfrm>
            <a:off x="9143022" y="3526019"/>
            <a:ext cx="338242" cy="349056"/>
            <a:chOff x="4383526" y="2811127"/>
            <a:chExt cx="338242" cy="349056"/>
          </a:xfrm>
        </p:grpSpPr>
        <p:grpSp>
          <p:nvGrpSpPr>
            <p:cNvPr id="339" name="组合 338">
              <a:extLst>
                <a:ext uri="{FF2B5EF4-FFF2-40B4-BE49-F238E27FC236}">
                  <a16:creationId xmlns:a16="http://schemas.microsoft.com/office/drawing/2014/main" id="{9089550D-F0A9-31A4-C925-807775941303}"/>
                </a:ext>
              </a:extLst>
            </p:cNvPr>
            <p:cNvGrpSpPr/>
            <p:nvPr/>
          </p:nvGrpSpPr>
          <p:grpSpPr>
            <a:xfrm>
              <a:off x="4383526" y="2811127"/>
              <a:ext cx="338242" cy="349056"/>
              <a:chOff x="4471883" y="2191738"/>
              <a:chExt cx="338242" cy="349056"/>
            </a:xfrm>
          </p:grpSpPr>
          <p:sp>
            <p:nvSpPr>
              <p:cNvPr id="341" name="矩形: 圆角 340">
                <a:extLst>
                  <a:ext uri="{FF2B5EF4-FFF2-40B4-BE49-F238E27FC236}">
                    <a16:creationId xmlns:a16="http://schemas.microsoft.com/office/drawing/2014/main" id="{1E4C8C74-EAFF-0081-1E71-1EAD34DC605A}"/>
                  </a:ext>
                </a:extLst>
              </p:cNvPr>
              <p:cNvSpPr/>
              <p:nvPr/>
            </p:nvSpPr>
            <p:spPr>
              <a:xfrm>
                <a:off x="4480150" y="2223663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p:sp>
            <p:nvSpPr>
              <p:cNvPr id="342" name="文本框 341">
                <a:extLst>
                  <a:ext uri="{FF2B5EF4-FFF2-40B4-BE49-F238E27FC236}">
                    <a16:creationId xmlns:a16="http://schemas.microsoft.com/office/drawing/2014/main" id="{5033C79C-ED66-8099-F907-5EFD31642993}"/>
                  </a:ext>
                </a:extLst>
              </p:cNvPr>
              <p:cNvSpPr txBox="1"/>
              <p:nvPr/>
            </p:nvSpPr>
            <p:spPr>
              <a:xfrm>
                <a:off x="4471883" y="2191738"/>
                <a:ext cx="23483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16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0" name="文本框 339">
                  <a:extLst>
                    <a:ext uri="{FF2B5EF4-FFF2-40B4-BE49-F238E27FC236}">
                      <a16:creationId xmlns:a16="http://schemas.microsoft.com/office/drawing/2014/main" id="{D3560E86-3E7C-AA1D-D5FD-9125AB1D264C}"/>
                    </a:ext>
                  </a:extLst>
                </p:cNvPr>
                <p:cNvSpPr txBox="1"/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0" name="文本框 339">
                  <a:extLst>
                    <a:ext uri="{FF2B5EF4-FFF2-40B4-BE49-F238E27FC236}">
                      <a16:creationId xmlns:a16="http://schemas.microsoft.com/office/drawing/2014/main" id="{D3560E86-3E7C-AA1D-D5FD-9125AB1D26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1570" y="2863117"/>
                  <a:ext cx="238493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3" name="文本框 342">
            <a:extLst>
              <a:ext uri="{FF2B5EF4-FFF2-40B4-BE49-F238E27FC236}">
                <a16:creationId xmlns:a16="http://schemas.microsoft.com/office/drawing/2014/main" id="{6FDD3EF2-D3A2-8EEB-15FD-63EEED7684FB}"/>
              </a:ext>
            </a:extLst>
          </p:cNvPr>
          <p:cNvSpPr txBox="1"/>
          <p:nvPr/>
        </p:nvSpPr>
        <p:spPr>
          <a:xfrm>
            <a:off x="8440135" y="2615638"/>
            <a:ext cx="4878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err="1"/>
              <a:t>dist</a:t>
            </a:r>
            <a:endParaRPr lang="en-US" altLang="zh-CN" sz="1000" b="1" dirty="0"/>
          </a:p>
        </p:txBody>
      </p:sp>
    </p:spTree>
    <p:extLst>
      <p:ext uri="{BB962C8B-B14F-4D97-AF65-F5344CB8AC3E}">
        <p14:creationId xmlns:p14="http://schemas.microsoft.com/office/powerpoint/2010/main" val="1753391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BB635-457A-C797-9B74-08F7994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B9491B91-C9D9-4487-18D2-B05D57B7A4EB}"/>
              </a:ext>
            </a:extLst>
          </p:cNvPr>
          <p:cNvGrpSpPr/>
          <p:nvPr/>
        </p:nvGrpSpPr>
        <p:grpSpPr>
          <a:xfrm>
            <a:off x="6020078" y="2221121"/>
            <a:ext cx="361636" cy="317131"/>
            <a:chOff x="2936428" y="3499219"/>
            <a:chExt cx="397801" cy="317131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501DB60D-97F8-B23B-7A17-F0F2B47FDA1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7AAFF9C8-0193-9AF5-2184-5547B9B4BA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F5DC5DA-FA24-8737-DE67-39733ED062C5}"/>
              </a:ext>
            </a:extLst>
          </p:cNvPr>
          <p:cNvGrpSpPr/>
          <p:nvPr/>
        </p:nvGrpSpPr>
        <p:grpSpPr>
          <a:xfrm>
            <a:off x="6020078" y="2716421"/>
            <a:ext cx="361636" cy="317131"/>
            <a:chOff x="2936428" y="3499219"/>
            <a:chExt cx="397801" cy="31713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624961DA-698C-F34B-BEE7-49531E84C02A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33238F6-718D-7B60-DEF5-E19707E28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/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C61EA11E-38C0-A6C6-5F93-B615DBDD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078" y="3045089"/>
                <a:ext cx="394659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4E033417-01D0-A074-2412-EC2F3D8B7CC1}"/>
              </a:ext>
            </a:extLst>
          </p:cNvPr>
          <p:cNvGrpSpPr/>
          <p:nvPr/>
        </p:nvGrpSpPr>
        <p:grpSpPr>
          <a:xfrm>
            <a:off x="4471883" y="2191738"/>
            <a:ext cx="1480074" cy="1524141"/>
            <a:chOff x="4608408" y="2196236"/>
            <a:chExt cx="1480074" cy="1524141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9FCFECE-BF69-8DD5-3C35-2A2B7732CB69}"/>
                </a:ext>
              </a:extLst>
            </p:cNvPr>
            <p:cNvGrpSpPr/>
            <p:nvPr/>
          </p:nvGrpSpPr>
          <p:grpSpPr>
            <a:xfrm>
              <a:off x="4608408" y="2196236"/>
              <a:ext cx="338242" cy="349056"/>
              <a:chOff x="2960583" y="3467294"/>
              <a:chExt cx="338242" cy="349056"/>
            </a:xfrm>
          </p:grpSpPr>
          <p:sp>
            <p:nvSpPr>
              <p:cNvPr id="35" name="矩形: 圆角 34">
                <a:extLst>
                  <a:ext uri="{FF2B5EF4-FFF2-40B4-BE49-F238E27FC236}">
                    <a16:creationId xmlns:a16="http://schemas.microsoft.com/office/drawing/2014/main" id="{5943E607-CF6C-30D3-F92B-0522B7758D8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0583" y="3467294"/>
                    <a:ext cx="23483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9BD0E553-CCC8-ADD8-501F-7CC6FFA548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60583" y="3467294"/>
                    <a:ext cx="234833" cy="33855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r="-4210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76E48071-408E-DD84-3BEC-7870DCEFDD0C}"/>
                </a:ext>
              </a:extLst>
            </p:cNvPr>
            <p:cNvSpPr/>
            <p:nvPr/>
          </p:nvSpPr>
          <p:spPr>
            <a:xfrm>
              <a:off x="4978625" y="2229980"/>
              <a:ext cx="329975" cy="317131"/>
            </a:xfrm>
            <a:prstGeom prst="roundRect">
              <a:avLst/>
            </a:prstGeom>
            <a:noFill/>
            <a:ln>
              <a:solidFill>
                <a:srgbClr val="172C51"/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892B2296-8D7F-BEA9-1689-0586062C6B2C}"/>
                </a:ext>
              </a:extLst>
            </p:cNvPr>
            <p:cNvGrpSpPr/>
            <p:nvPr/>
          </p:nvGrpSpPr>
          <p:grpSpPr>
            <a:xfrm>
              <a:off x="5579368" y="2225619"/>
              <a:ext cx="509114" cy="317131"/>
              <a:chOff x="2864822" y="3499219"/>
              <a:chExt cx="560026" cy="317131"/>
            </a:xfrm>
          </p:grpSpPr>
          <p:sp>
            <p:nvSpPr>
              <p:cNvPr id="51" name="矩形: 圆角 50">
                <a:extLst>
                  <a:ext uri="{FF2B5EF4-FFF2-40B4-BE49-F238E27FC236}">
                    <a16:creationId xmlns:a16="http://schemas.microsoft.com/office/drawing/2014/main" id="{609EDFCF-375B-7470-6F36-7CD64A30BBE2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28CF9555-C101-2E24-06A4-0439665E92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/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73395A97-87D6-5832-FC54-91CF93AA9D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259558"/>
                  <a:ext cx="394659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5DD7D334-C3C7-D096-A283-74D5A075AFA5}"/>
                </a:ext>
              </a:extLst>
            </p:cNvPr>
            <p:cNvGrpSpPr/>
            <p:nvPr/>
          </p:nvGrpSpPr>
          <p:grpSpPr>
            <a:xfrm>
              <a:off x="4931032" y="2700659"/>
              <a:ext cx="449674" cy="341752"/>
              <a:chOff x="2921257" y="3474598"/>
              <a:chExt cx="449674" cy="341752"/>
            </a:xfrm>
          </p:grpSpPr>
          <p:sp>
            <p:nvSpPr>
              <p:cNvPr id="13" name="矩形: 圆角 12">
                <a:extLst>
                  <a:ext uri="{FF2B5EF4-FFF2-40B4-BE49-F238E27FC236}">
                    <a16:creationId xmlns:a16="http://schemas.microsoft.com/office/drawing/2014/main" id="{A0842A9D-FBAB-E85A-E928-126E30EFD620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/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6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EE6438F3-F2BC-1B3F-87E5-1A0E772408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1257" y="3474598"/>
                    <a:ext cx="449674" cy="33855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17E524B4-709C-B7B1-0881-B6B504B0EB24}"/>
                </a:ext>
              </a:extLst>
            </p:cNvPr>
            <p:cNvGrpSpPr/>
            <p:nvPr/>
          </p:nvGrpSpPr>
          <p:grpSpPr>
            <a:xfrm>
              <a:off x="5579368" y="2720919"/>
              <a:ext cx="509114" cy="317131"/>
              <a:chOff x="2864822" y="3499219"/>
              <a:chExt cx="560026" cy="317131"/>
            </a:xfrm>
          </p:grpSpPr>
          <p:sp>
            <p:nvSpPr>
              <p:cNvPr id="21" name="矩形: 圆角 20">
                <a:extLst>
                  <a:ext uri="{FF2B5EF4-FFF2-40B4-BE49-F238E27FC236}">
                    <a16:creationId xmlns:a16="http://schemas.microsoft.com/office/drawing/2014/main" id="{3497FB07-BE48-08F7-59B1-26A8A23BAB33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58636F58-5724-CF67-6E60-B05CDAE60E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/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4378BC-25A5-CA8C-7B1B-65CEEF9A50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275" y="2754858"/>
                  <a:ext cx="394659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2EC77ED-DBB3-5ECF-E615-27B068A89FBB}"/>
                </a:ext>
              </a:extLst>
            </p:cNvPr>
            <p:cNvGrpSpPr/>
            <p:nvPr/>
          </p:nvGrpSpPr>
          <p:grpSpPr>
            <a:xfrm>
              <a:off x="5579368" y="3403246"/>
              <a:ext cx="509114" cy="317131"/>
              <a:chOff x="2864822" y="3499219"/>
              <a:chExt cx="560026" cy="317131"/>
            </a:xfrm>
          </p:grpSpPr>
          <p:sp>
            <p:nvSpPr>
              <p:cNvPr id="45" name="矩形: 圆角 44">
                <a:extLst>
                  <a:ext uri="{FF2B5EF4-FFF2-40B4-BE49-F238E27FC236}">
                    <a16:creationId xmlns:a16="http://schemas.microsoft.com/office/drawing/2014/main" id="{BE63858A-5BAF-7228-0E39-E6244E6F4CF4}"/>
                  </a:ext>
                </a:extLst>
              </p:cNvPr>
              <p:cNvSpPr/>
              <p:nvPr/>
            </p:nvSpPr>
            <p:spPr>
              <a:xfrm>
                <a:off x="2968850" y="3499219"/>
                <a:ext cx="329975" cy="317131"/>
              </a:xfrm>
              <a:prstGeom prst="roundRect">
                <a:avLst/>
              </a:prstGeom>
              <a:noFill/>
              <a:ln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b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47" name="文本框 46">
                    <a:extLst>
                      <a:ext uri="{FF2B5EF4-FFF2-40B4-BE49-F238E27FC236}">
                        <a16:creationId xmlns:a16="http://schemas.microsoft.com/office/drawing/2014/main" id="{6C3ADA2E-9665-9D94-EDF9-A95B5EF710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4822" y="3501761"/>
                    <a:ext cx="560026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741D3E23-4C25-59EE-544C-BB8C4498D6B5}"/>
              </a:ext>
            </a:extLst>
          </p:cNvPr>
          <p:cNvGrpSpPr/>
          <p:nvPr/>
        </p:nvGrpSpPr>
        <p:grpSpPr>
          <a:xfrm>
            <a:off x="6020078" y="3398748"/>
            <a:ext cx="361636" cy="317131"/>
            <a:chOff x="2936428" y="3499219"/>
            <a:chExt cx="397801" cy="317131"/>
          </a:xfrm>
        </p:grpSpPr>
        <p:sp>
          <p:nvSpPr>
            <p:cNvPr id="50" name="矩形: 圆角 49">
              <a:extLst>
                <a:ext uri="{FF2B5EF4-FFF2-40B4-BE49-F238E27FC236}">
                  <a16:creationId xmlns:a16="http://schemas.microsoft.com/office/drawing/2014/main" id="{95D8D41B-3B84-7D77-88A3-95B09E44EFD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347431E0-FDEB-2E91-2260-11EAC54625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76EB69E-5E0A-21F1-B747-E5E2BF452CF6}"/>
              </a:ext>
            </a:extLst>
          </p:cNvPr>
          <p:cNvGrpSpPr/>
          <p:nvPr/>
        </p:nvGrpSpPr>
        <p:grpSpPr>
          <a:xfrm>
            <a:off x="6049552" y="3980340"/>
            <a:ext cx="361636" cy="317131"/>
            <a:chOff x="2936428" y="3499219"/>
            <a:chExt cx="397801" cy="317131"/>
          </a:xfrm>
        </p:grpSpPr>
        <p:sp>
          <p:nvSpPr>
            <p:cNvPr id="67" name="矩形: 圆角 66">
              <a:extLst>
                <a:ext uri="{FF2B5EF4-FFF2-40B4-BE49-F238E27FC236}">
                  <a16:creationId xmlns:a16="http://schemas.microsoft.com/office/drawing/2014/main" id="{95A9EF77-3C32-6010-5C1C-BE14DF80F794}"/>
                </a:ext>
              </a:extLst>
            </p:cNvPr>
            <p:cNvSpPr/>
            <p:nvPr/>
          </p:nvSpPr>
          <p:spPr>
            <a:xfrm>
              <a:off x="2968850" y="3499219"/>
              <a:ext cx="329975" cy="317131"/>
            </a:xfrm>
            <a:prstGeom prst="roundRect">
              <a:avLst/>
            </a:prstGeom>
            <a:noFill/>
            <a:ln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/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FD9813D6-759C-4EBD-7173-4AC6AA34ED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6428" y="3506258"/>
                  <a:ext cx="397801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D5A7D0B-310C-D92F-E660-E105AC8622E3}"/>
              </a:ext>
            </a:extLst>
          </p:cNvPr>
          <p:cNvCxnSpPr/>
          <p:nvPr/>
        </p:nvCxnSpPr>
        <p:spPr>
          <a:xfrm>
            <a:off x="4117319" y="3918164"/>
            <a:ext cx="251777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881FAC05-3D8A-8367-4900-4CE873EA6068}"/>
              </a:ext>
            </a:extLst>
          </p:cNvPr>
          <p:cNvSpPr/>
          <p:nvPr/>
        </p:nvSpPr>
        <p:spPr>
          <a:xfrm>
            <a:off x="4168775" y="2173830"/>
            <a:ext cx="1819117" cy="1682159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/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900" b="1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900" b="1" dirty="0"/>
                  <a:t>为结尾的所有情况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9834299-B426-CEC2-A984-6F2622D93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6552" y="3603005"/>
                <a:ext cx="1433085" cy="230832"/>
              </a:xfrm>
              <a:prstGeom prst="rect">
                <a:avLst/>
              </a:prstGeom>
              <a:blipFill>
                <a:blip r:embed="rId12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/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所有以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zh-CN" sz="11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1100" b="1" dirty="0"/>
                  <a:t>为结尾的情况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1E4DF62-4054-807E-AC9C-CF1B7B7DC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048" y="3187659"/>
                <a:ext cx="1579022" cy="261610"/>
              </a:xfrm>
              <a:prstGeom prst="rect">
                <a:avLst/>
              </a:prstGeom>
              <a:blipFill>
                <a:blip r:embed="rId13"/>
                <a:stretch>
                  <a:fillRect t="-2326" b="-139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/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B53BAB7-AB80-5C7D-B1E9-DBA76D3E8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7351" y="1767116"/>
                <a:ext cx="773994" cy="276999"/>
              </a:xfrm>
              <a:prstGeom prst="rect">
                <a:avLst/>
              </a:prstGeom>
              <a:blipFill>
                <a:blip r:embed="rId14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/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774452-B004-E85A-51A3-7D64BE585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465" y="1760253"/>
                <a:ext cx="341760" cy="2769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/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83A2B302-6196-E9C3-32B1-46A00EE0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233" y="1770498"/>
                <a:ext cx="370614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/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1" i="1" dirty="0" err="1" smtClean="0"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lang="en-US" altLang="zh-CN" sz="12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73EE7F-9240-B03A-AAB4-555AAEEA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0233" y="2844110"/>
                <a:ext cx="498855" cy="276999"/>
              </a:xfrm>
              <a:prstGeom prst="rect">
                <a:avLst/>
              </a:prstGeom>
              <a:blipFill>
                <a:blip r:embed="rId17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头: 右 24">
            <a:extLst>
              <a:ext uri="{FF2B5EF4-FFF2-40B4-BE49-F238E27FC236}">
                <a16:creationId xmlns:a16="http://schemas.microsoft.com/office/drawing/2014/main" id="{C8AD637C-DFBF-FC1D-C37E-6F8369CC332C}"/>
              </a:ext>
            </a:extLst>
          </p:cNvPr>
          <p:cNvSpPr/>
          <p:nvPr/>
        </p:nvSpPr>
        <p:spPr>
          <a:xfrm>
            <a:off x="3659345" y="2934274"/>
            <a:ext cx="425450" cy="9667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/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1200" b="1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sz="1200" b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08A7A6-9AB1-A61C-84B4-837B89386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343" y="3992567"/>
                <a:ext cx="370614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326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2004</TotalTime>
  <Words>8094</Words>
  <Application>Microsoft Office PowerPoint</Application>
  <PresentationFormat>宽屏</PresentationFormat>
  <Paragraphs>1365</Paragraphs>
  <Slides>66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3" baseType="lpstr">
      <vt:lpstr>等线</vt:lpstr>
      <vt:lpstr>等线 Light</vt:lpstr>
      <vt:lpstr>Arial</vt:lpstr>
      <vt:lpstr>Calibri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2026-04-22T08:45:37Z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